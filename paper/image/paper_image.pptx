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B5BF78-E039-15D8-C8B9-E8D92C73D6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EDAC990-8060-8408-8044-8D608BE7A1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F64251-9B48-5B15-331A-C3578209D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475DA-6F7E-4696-8C6D-CBE7B364103A}" type="datetimeFigureOut">
              <a:rPr lang="zh-CN" altLang="en-US" smtClean="0"/>
              <a:t>2026/10/9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E48B3B2-EF85-D239-116B-BF35FC225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3CF696-355B-B403-E371-F734398FB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EEFC0-371A-4FF7-9CB9-885D462E4A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70853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F28619-6A0A-61CC-5F55-C54F7D6EA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50EA0F-F393-D947-E156-94C457034F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EF57A8E-E3F4-48FF-87C4-4AE6E978C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475DA-6F7E-4696-8C6D-CBE7B364103A}" type="datetimeFigureOut">
              <a:rPr lang="zh-CN" altLang="en-US" smtClean="0"/>
              <a:t>2026/10/9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ED4F352-6E11-6BA2-0426-854C48B0D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942BD5-E00F-8317-858A-1859DE9CE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EEFC0-371A-4FF7-9CB9-885D462E4A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670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C84CBB-21FB-66B8-6855-8F8234C48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1A06AE1-B4E5-33E1-4540-4CD4D3FB38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EBC6A2-D80A-DDF6-6E21-42354C86E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475DA-6F7E-4696-8C6D-CBE7B364103A}" type="datetimeFigureOut">
              <a:rPr lang="zh-CN" altLang="en-US" smtClean="0"/>
              <a:t>2026/10/9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A6D546-CE0B-0B5A-C9B5-9681C693E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D86B0C-D245-102C-7B72-C13EA4B0C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EEFC0-371A-4FF7-9CB9-885D462E4A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94939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37ED8F-52A8-DE7F-A04B-406EF7A51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B08862-A0C5-A53B-5451-8DE575C226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99791FB-9B1F-5AF9-3C77-54D99EF992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3A4603A-485D-E7AA-030B-005EF8091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475DA-6F7E-4696-8C6D-CBE7B364103A}" type="datetimeFigureOut">
              <a:rPr lang="zh-CN" altLang="en-US" smtClean="0"/>
              <a:t>2026/10/9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4A339F6-7AC8-2AC8-B025-DCFD6EF75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7544C6D-BE44-0EBD-2898-B27365F07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EEFC0-371A-4FF7-9CB9-885D462E4A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5224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C334D0-312D-FBD4-490D-30F55CE28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CBDC151-35FE-CE9D-97F3-2927107593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5170765-4516-1A20-5F9B-23BC4A33F1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3FF3791-4DD9-9F1D-DFF3-8E71BC92B1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6B561FC-3EA9-8A2D-E7AE-2EB5261007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8661215-6187-5C35-CA25-CD567DE16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475DA-6F7E-4696-8C6D-CBE7B364103A}" type="datetimeFigureOut">
              <a:rPr lang="zh-CN" altLang="en-US" smtClean="0"/>
              <a:t>2026/10/9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6C68B87-01FF-675E-48F4-CDF5850DB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0E23438-1789-6848-B1C6-9CFC54C24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EEFC0-371A-4FF7-9CB9-885D462E4A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2052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BBBA59-F1D7-1243-E02E-1F8543AD5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1F1FD0C-A65D-193E-E799-241E7BCD3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475DA-6F7E-4696-8C6D-CBE7B364103A}" type="datetimeFigureOut">
              <a:rPr lang="zh-CN" altLang="en-US" smtClean="0"/>
              <a:t>2026/10/9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BE72CAC-5B24-49E6-074D-A55E585FC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1263631-3580-B787-05AF-0CC28E7E5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EEFC0-371A-4FF7-9CB9-885D462E4A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2965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1F425A5-43C0-C0B5-F97E-DC6545B5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475DA-6F7E-4696-8C6D-CBE7B364103A}" type="datetimeFigureOut">
              <a:rPr lang="zh-CN" altLang="en-US" smtClean="0"/>
              <a:t>2026/10/9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67E0D48-3688-308B-4C94-7D20A68B9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F36B201-C6DE-E54A-7660-12801F71A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EEFC0-371A-4FF7-9CB9-885D462E4A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7207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AE3BB4-E20D-91FE-5805-426CB6AA1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88BF2FC-5D69-55DF-4B87-54BD0D17B9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5190F74-EF85-9B6F-0E43-7C9D587F76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D92E74A-47AD-450E-A9C2-F5C32A141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475DA-6F7E-4696-8C6D-CBE7B364103A}" type="datetimeFigureOut">
              <a:rPr lang="zh-CN" altLang="en-US" smtClean="0"/>
              <a:t>2026/10/9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974A642-1B58-C6BF-81F3-10D0C2C99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6E2BFEF-17EA-143D-666C-3F69EC2E3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EEFC0-371A-4FF7-9CB9-885D462E4A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6641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B202EC-1722-0E05-476C-31D082053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D596231-7B41-FB65-B775-0EB6551614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F3C78AC-24A5-F99E-327A-709EBB5C79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54E094E-2276-D895-A81E-F3C141E97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475DA-6F7E-4696-8C6D-CBE7B364103A}" type="datetimeFigureOut">
              <a:rPr lang="zh-CN" altLang="en-US" smtClean="0"/>
              <a:t>2026/10/9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BD5E7FB-2D15-C1FB-EE82-6B34E3B82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1389294-DB76-A2C7-8E4A-5D917435B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EEFC0-371A-4FF7-9CB9-885D462E4A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40921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0378A0-38A2-F4C8-79EF-4AF09B550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FEA20B9-E0FC-C1BE-4DFE-1012CFE2C9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6AFD049-2432-19BC-8344-5BF6684E0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475DA-6F7E-4696-8C6D-CBE7B364103A}" type="datetimeFigureOut">
              <a:rPr lang="zh-CN" altLang="en-US" smtClean="0"/>
              <a:t>2026/10/9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47512D1-244A-811B-7D8E-CD160522B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178A03-031D-A201-F302-189C9F822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EEFC0-371A-4FF7-9CB9-885D462E4A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7896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7162C07-17F5-4FBD-D557-69B83C7C02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725C350-5EBE-6617-2A86-F6D3AD106F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17A82CE-BC30-8C26-B64F-EE71FA2C2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475DA-6F7E-4696-8C6D-CBE7B364103A}" type="datetimeFigureOut">
              <a:rPr lang="zh-CN" altLang="en-US" smtClean="0"/>
              <a:t>2026/10/9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0B1492-B686-BB92-6461-0AFDF84BE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0C4B12-203B-EF8E-EF41-6B307CD04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EEFC0-371A-4FF7-9CB9-885D462E4A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8916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F7D67B5-1BE6-01D4-A0AB-D6A326F3A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9018CED-3914-BC19-9D7D-F26BBB7EC3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0C42A7C-12C6-7761-B7DF-D6F7E62305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5475DA-6F7E-4696-8C6D-CBE7B364103A}" type="datetimeFigureOut">
              <a:rPr lang="zh-CN" altLang="en-US" smtClean="0"/>
              <a:t>2026/10/9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BFC836-CDA2-AADD-0F07-5F93532882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71B3423-C33E-4B82-B7AC-0A0ECBE70B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AEEFC0-371A-4FF7-9CB9-885D462E4A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3307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sv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组合 162">
            <a:extLst>
              <a:ext uri="{FF2B5EF4-FFF2-40B4-BE49-F238E27FC236}">
                <a16:creationId xmlns:a16="http://schemas.microsoft.com/office/drawing/2014/main" id="{0C2AE4AF-7E68-58C3-02A0-AA527675FA3F}"/>
              </a:ext>
            </a:extLst>
          </p:cNvPr>
          <p:cNvGrpSpPr/>
          <p:nvPr/>
        </p:nvGrpSpPr>
        <p:grpSpPr>
          <a:xfrm>
            <a:off x="3096132" y="1315683"/>
            <a:ext cx="4896261" cy="468653"/>
            <a:chOff x="1157219" y="5778809"/>
            <a:chExt cx="4896261" cy="468653"/>
          </a:xfrm>
        </p:grpSpPr>
        <p:sp>
          <p:nvSpPr>
            <p:cNvPr id="111" name="立方体 110">
              <a:extLst>
                <a:ext uri="{FF2B5EF4-FFF2-40B4-BE49-F238E27FC236}">
                  <a16:creationId xmlns:a16="http://schemas.microsoft.com/office/drawing/2014/main" id="{E90AD313-A192-BA86-1EE4-E618DF6837B9}"/>
                </a:ext>
              </a:extLst>
            </p:cNvPr>
            <p:cNvSpPr/>
            <p:nvPr/>
          </p:nvSpPr>
          <p:spPr>
            <a:xfrm>
              <a:off x="1157219" y="5778809"/>
              <a:ext cx="789791" cy="459696"/>
            </a:xfrm>
            <a:prstGeom prst="cube">
              <a:avLst>
                <a:gd name="adj" fmla="val 19015"/>
              </a:avLst>
            </a:prstGeom>
            <a:solidFill>
              <a:srgbClr val="4472C4"/>
            </a:solidFill>
            <a:ln w="12700" cap="flat" cmpd="sng" algn="ctr">
              <a:solidFill>
                <a:srgbClr val="4472C4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3765">
                <a:defRPr/>
              </a:pPr>
              <a:r>
                <a:rPr lang="en-US" altLang="zh-CN" sz="1400" kern="0" dirty="0">
                  <a:solidFill>
                    <a:prstClr val="white"/>
                  </a:solidFill>
                  <a:latin typeface="等线" panose="02010600030101010101" pitchFamily="2" charset="-122"/>
                </a:rPr>
                <a:t>Block1</a:t>
              </a:r>
            </a:p>
          </p:txBody>
        </p:sp>
        <p:sp>
          <p:nvSpPr>
            <p:cNvPr id="113" name="立方体 112">
              <a:extLst>
                <a:ext uri="{FF2B5EF4-FFF2-40B4-BE49-F238E27FC236}">
                  <a16:creationId xmlns:a16="http://schemas.microsoft.com/office/drawing/2014/main" id="{F864D899-2DD6-D5FB-A23B-7004754F4149}"/>
                </a:ext>
              </a:extLst>
            </p:cNvPr>
            <p:cNvSpPr/>
            <p:nvPr/>
          </p:nvSpPr>
          <p:spPr>
            <a:xfrm>
              <a:off x="2536602" y="5787766"/>
              <a:ext cx="778841" cy="459696"/>
            </a:xfrm>
            <a:prstGeom prst="cube">
              <a:avLst>
                <a:gd name="adj" fmla="val 19015"/>
              </a:avLst>
            </a:prstGeom>
            <a:solidFill>
              <a:srgbClr val="4472C4"/>
            </a:solidFill>
            <a:ln w="12700" cap="flat" cmpd="sng" algn="ctr">
              <a:solidFill>
                <a:srgbClr val="4472C4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3765">
                <a:defRPr/>
              </a:pPr>
              <a:r>
                <a:rPr lang="en-US" altLang="zh-CN" sz="1400" kern="0" dirty="0">
                  <a:solidFill>
                    <a:prstClr val="white"/>
                  </a:solidFill>
                  <a:latin typeface="等线" panose="02010600030101010101" pitchFamily="2" charset="-122"/>
                </a:rPr>
                <a:t>Block2</a:t>
              </a:r>
            </a:p>
          </p:txBody>
        </p:sp>
        <p:sp>
          <p:nvSpPr>
            <p:cNvPr id="115" name="立方体 114">
              <a:extLst>
                <a:ext uri="{FF2B5EF4-FFF2-40B4-BE49-F238E27FC236}">
                  <a16:creationId xmlns:a16="http://schemas.microsoft.com/office/drawing/2014/main" id="{22114C2E-2A2B-BE64-7601-69F203AE859A}"/>
                </a:ext>
              </a:extLst>
            </p:cNvPr>
            <p:cNvSpPr/>
            <p:nvPr/>
          </p:nvSpPr>
          <p:spPr>
            <a:xfrm>
              <a:off x="3927763" y="5778812"/>
              <a:ext cx="778841" cy="459696"/>
            </a:xfrm>
            <a:prstGeom prst="cube">
              <a:avLst>
                <a:gd name="adj" fmla="val 19015"/>
              </a:avLst>
            </a:prstGeom>
            <a:solidFill>
              <a:srgbClr val="4472C4"/>
            </a:solidFill>
            <a:ln w="12700" cap="flat" cmpd="sng" algn="ctr">
              <a:solidFill>
                <a:srgbClr val="4472C4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3765">
                <a:defRPr/>
              </a:pPr>
              <a:r>
                <a:rPr lang="en-US" altLang="zh-CN" sz="1400" kern="0" dirty="0">
                  <a:solidFill>
                    <a:prstClr val="white"/>
                  </a:solidFill>
                  <a:latin typeface="等线" panose="02010600030101010101" pitchFamily="2" charset="-122"/>
                </a:rPr>
                <a:t>Block3</a:t>
              </a:r>
            </a:p>
          </p:txBody>
        </p:sp>
        <p:sp>
          <p:nvSpPr>
            <p:cNvPr id="117" name="立方体 116">
              <a:extLst>
                <a:ext uri="{FF2B5EF4-FFF2-40B4-BE49-F238E27FC236}">
                  <a16:creationId xmlns:a16="http://schemas.microsoft.com/office/drawing/2014/main" id="{2D188E96-BBDE-75C3-44BE-7D225FDBA15E}"/>
                </a:ext>
              </a:extLst>
            </p:cNvPr>
            <p:cNvSpPr/>
            <p:nvPr/>
          </p:nvSpPr>
          <p:spPr>
            <a:xfrm>
              <a:off x="5274639" y="5778809"/>
              <a:ext cx="778841" cy="459696"/>
            </a:xfrm>
            <a:prstGeom prst="cube">
              <a:avLst>
                <a:gd name="adj" fmla="val 19015"/>
              </a:avLst>
            </a:prstGeom>
            <a:solidFill>
              <a:srgbClr val="4472C4"/>
            </a:solidFill>
            <a:ln w="12700" cap="flat" cmpd="sng" algn="ctr">
              <a:solidFill>
                <a:srgbClr val="4472C4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3765">
                <a:defRPr/>
              </a:pPr>
              <a:r>
                <a:rPr lang="en-US" altLang="zh-CN" sz="1400" kern="0" dirty="0">
                  <a:solidFill>
                    <a:prstClr val="white"/>
                  </a:solidFill>
                  <a:latin typeface="等线" panose="02010600030101010101" pitchFamily="2" charset="-122"/>
                </a:rPr>
                <a:t>Block4</a:t>
              </a:r>
            </a:p>
          </p:txBody>
        </p:sp>
        <p:pic>
          <p:nvPicPr>
            <p:cNvPr id="121" name="图形 120">
              <a:extLst>
                <a:ext uri="{FF2B5EF4-FFF2-40B4-BE49-F238E27FC236}">
                  <a16:creationId xmlns:a16="http://schemas.microsoft.com/office/drawing/2014/main" id="{8F681B2A-E89E-01F9-22BD-1ADDD4B63BA8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3136380">
              <a:off x="2015206" y="5758100"/>
              <a:ext cx="437894" cy="519026"/>
            </a:xfrm>
            <a:prstGeom prst="rect">
              <a:avLst/>
            </a:prstGeom>
          </p:spPr>
        </p:pic>
        <p:pic>
          <p:nvPicPr>
            <p:cNvPr id="123" name="图形 122">
              <a:extLst>
                <a:ext uri="{FF2B5EF4-FFF2-40B4-BE49-F238E27FC236}">
                  <a16:creationId xmlns:a16="http://schemas.microsoft.com/office/drawing/2014/main" id="{3B7AC532-ED6D-302B-F333-45D9EBB832C7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3136380">
              <a:off x="3418688" y="5758100"/>
              <a:ext cx="437894" cy="519026"/>
            </a:xfrm>
            <a:prstGeom prst="rect">
              <a:avLst/>
            </a:prstGeom>
          </p:spPr>
        </p:pic>
        <p:pic>
          <p:nvPicPr>
            <p:cNvPr id="125" name="图形 124">
              <a:extLst>
                <a:ext uri="{FF2B5EF4-FFF2-40B4-BE49-F238E27FC236}">
                  <a16:creationId xmlns:a16="http://schemas.microsoft.com/office/drawing/2014/main" id="{565074AC-41DC-15A3-239F-6D563B08F374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3136380">
              <a:off x="4775785" y="5749144"/>
              <a:ext cx="437894" cy="519026"/>
            </a:xfrm>
            <a:prstGeom prst="rect">
              <a:avLst/>
            </a:prstGeom>
          </p:spPr>
        </p:pic>
      </p:grpSp>
      <p:sp>
        <p:nvSpPr>
          <p:cNvPr id="337" name="矩形 336">
            <a:extLst>
              <a:ext uri="{FF2B5EF4-FFF2-40B4-BE49-F238E27FC236}">
                <a16:creationId xmlns:a16="http://schemas.microsoft.com/office/drawing/2014/main" id="{AD003CD3-1202-2DEA-0D5A-C2526E4B9972}"/>
              </a:ext>
            </a:extLst>
          </p:cNvPr>
          <p:cNvSpPr/>
          <p:nvPr/>
        </p:nvSpPr>
        <p:spPr>
          <a:xfrm>
            <a:off x="4481926" y="2504328"/>
            <a:ext cx="1209124" cy="3355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 Event</a:t>
            </a:r>
          </a:p>
        </p:txBody>
      </p:sp>
      <p:sp>
        <p:nvSpPr>
          <p:cNvPr id="342" name="矩形 341">
            <a:extLst>
              <a:ext uri="{FF2B5EF4-FFF2-40B4-BE49-F238E27FC236}">
                <a16:creationId xmlns:a16="http://schemas.microsoft.com/office/drawing/2014/main" id="{76FD0AB1-B306-7718-43D6-2D5B9FE46721}"/>
              </a:ext>
            </a:extLst>
          </p:cNvPr>
          <p:cNvSpPr/>
          <p:nvPr/>
        </p:nvSpPr>
        <p:spPr>
          <a:xfrm>
            <a:off x="4456523" y="3500210"/>
            <a:ext cx="1471065" cy="3355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Capture Event</a:t>
            </a:r>
          </a:p>
        </p:txBody>
      </p:sp>
      <p:sp>
        <p:nvSpPr>
          <p:cNvPr id="344" name="矩形 343">
            <a:extLst>
              <a:ext uri="{FF2B5EF4-FFF2-40B4-BE49-F238E27FC236}">
                <a16:creationId xmlns:a16="http://schemas.microsoft.com/office/drawing/2014/main" id="{4C75C745-8800-B84F-BA87-A9AC6B59001E}"/>
              </a:ext>
            </a:extLst>
          </p:cNvPr>
          <p:cNvSpPr/>
          <p:nvPr/>
        </p:nvSpPr>
        <p:spPr>
          <a:xfrm>
            <a:off x="4456525" y="4493668"/>
            <a:ext cx="1471062" cy="3355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 Event</a:t>
            </a:r>
          </a:p>
        </p:txBody>
      </p:sp>
      <p:sp>
        <p:nvSpPr>
          <p:cNvPr id="346" name="矩形 345">
            <a:extLst>
              <a:ext uri="{FF2B5EF4-FFF2-40B4-BE49-F238E27FC236}">
                <a16:creationId xmlns:a16="http://schemas.microsoft.com/office/drawing/2014/main" id="{03134228-B556-B874-07B4-CB46BDE22015}"/>
              </a:ext>
            </a:extLst>
          </p:cNvPr>
          <p:cNvSpPr/>
          <p:nvPr/>
        </p:nvSpPr>
        <p:spPr>
          <a:xfrm>
            <a:off x="5691050" y="2504328"/>
            <a:ext cx="764472" cy="3355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Load</a:t>
            </a:r>
          </a:p>
        </p:txBody>
      </p:sp>
      <p:sp>
        <p:nvSpPr>
          <p:cNvPr id="348" name="矩形 347">
            <a:extLst>
              <a:ext uri="{FF2B5EF4-FFF2-40B4-BE49-F238E27FC236}">
                <a16:creationId xmlns:a16="http://schemas.microsoft.com/office/drawing/2014/main" id="{E6F0F62A-C014-AC90-7130-CDCC75994EA9}"/>
              </a:ext>
            </a:extLst>
          </p:cNvPr>
          <p:cNvSpPr/>
          <p:nvPr/>
        </p:nvSpPr>
        <p:spPr>
          <a:xfrm>
            <a:off x="6455524" y="2504327"/>
            <a:ext cx="746639" cy="3355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Verify</a:t>
            </a:r>
          </a:p>
        </p:txBody>
      </p:sp>
      <p:sp>
        <p:nvSpPr>
          <p:cNvPr id="350" name="矩形 349">
            <a:extLst>
              <a:ext uri="{FF2B5EF4-FFF2-40B4-BE49-F238E27FC236}">
                <a16:creationId xmlns:a16="http://schemas.microsoft.com/office/drawing/2014/main" id="{6564DF28-61CD-97DC-886C-69FFCA8D372D}"/>
              </a:ext>
            </a:extLst>
          </p:cNvPr>
          <p:cNvSpPr/>
          <p:nvPr/>
        </p:nvSpPr>
        <p:spPr>
          <a:xfrm>
            <a:off x="7202165" y="2504328"/>
            <a:ext cx="1974812" cy="3355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Ready</a:t>
            </a:r>
          </a:p>
        </p:txBody>
      </p:sp>
      <p:sp>
        <p:nvSpPr>
          <p:cNvPr id="352" name="矩形 351">
            <a:extLst>
              <a:ext uri="{FF2B5EF4-FFF2-40B4-BE49-F238E27FC236}">
                <a16:creationId xmlns:a16="http://schemas.microsoft.com/office/drawing/2014/main" id="{E0A3A412-FC80-449F-35FF-1EB122FE2CAF}"/>
              </a:ext>
            </a:extLst>
          </p:cNvPr>
          <p:cNvSpPr/>
          <p:nvPr/>
        </p:nvSpPr>
        <p:spPr>
          <a:xfrm>
            <a:off x="5927587" y="3500209"/>
            <a:ext cx="613511" cy="3355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Load</a:t>
            </a:r>
          </a:p>
        </p:txBody>
      </p:sp>
      <p:sp>
        <p:nvSpPr>
          <p:cNvPr id="354" name="矩形 353">
            <a:extLst>
              <a:ext uri="{FF2B5EF4-FFF2-40B4-BE49-F238E27FC236}">
                <a16:creationId xmlns:a16="http://schemas.microsoft.com/office/drawing/2014/main" id="{F2A0520E-8A74-743B-7467-B0567BA39728}"/>
              </a:ext>
            </a:extLst>
          </p:cNvPr>
          <p:cNvSpPr/>
          <p:nvPr/>
        </p:nvSpPr>
        <p:spPr>
          <a:xfrm>
            <a:off x="6542708" y="3500209"/>
            <a:ext cx="953763" cy="3355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Verify</a:t>
            </a:r>
          </a:p>
        </p:txBody>
      </p:sp>
      <p:sp>
        <p:nvSpPr>
          <p:cNvPr id="356" name="矩形 355">
            <a:extLst>
              <a:ext uri="{FF2B5EF4-FFF2-40B4-BE49-F238E27FC236}">
                <a16:creationId xmlns:a16="http://schemas.microsoft.com/office/drawing/2014/main" id="{97847CF2-FB18-78FE-E083-18D4411A8403}"/>
              </a:ext>
            </a:extLst>
          </p:cNvPr>
          <p:cNvSpPr/>
          <p:nvPr/>
        </p:nvSpPr>
        <p:spPr>
          <a:xfrm>
            <a:off x="7498080" y="3500206"/>
            <a:ext cx="1682958" cy="3355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Ready</a:t>
            </a:r>
          </a:p>
        </p:txBody>
      </p:sp>
      <p:sp>
        <p:nvSpPr>
          <p:cNvPr id="358" name="矩形 357">
            <a:extLst>
              <a:ext uri="{FF2B5EF4-FFF2-40B4-BE49-F238E27FC236}">
                <a16:creationId xmlns:a16="http://schemas.microsoft.com/office/drawing/2014/main" id="{7928B127-B431-44CC-5C61-9A52A0E8E548}"/>
              </a:ext>
            </a:extLst>
          </p:cNvPr>
          <p:cNvSpPr/>
          <p:nvPr/>
        </p:nvSpPr>
        <p:spPr>
          <a:xfrm>
            <a:off x="5927587" y="4493666"/>
            <a:ext cx="1050591" cy="3355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</a:t>
            </a:r>
          </a:p>
        </p:txBody>
      </p:sp>
      <p:sp>
        <p:nvSpPr>
          <p:cNvPr id="360" name="矩形 359">
            <a:extLst>
              <a:ext uri="{FF2B5EF4-FFF2-40B4-BE49-F238E27FC236}">
                <a16:creationId xmlns:a16="http://schemas.microsoft.com/office/drawing/2014/main" id="{D8174DF5-6E3A-C22B-C03E-07368C65661A}"/>
              </a:ext>
            </a:extLst>
          </p:cNvPr>
          <p:cNvSpPr/>
          <p:nvPr/>
        </p:nvSpPr>
        <p:spPr>
          <a:xfrm>
            <a:off x="6976570" y="4493664"/>
            <a:ext cx="1173958" cy="3355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Verify</a:t>
            </a:r>
          </a:p>
        </p:txBody>
      </p:sp>
      <p:sp>
        <p:nvSpPr>
          <p:cNvPr id="362" name="矩形 361">
            <a:extLst>
              <a:ext uri="{FF2B5EF4-FFF2-40B4-BE49-F238E27FC236}">
                <a16:creationId xmlns:a16="http://schemas.microsoft.com/office/drawing/2014/main" id="{F04FB6A2-A29D-181B-AF7B-5693417158FA}"/>
              </a:ext>
            </a:extLst>
          </p:cNvPr>
          <p:cNvSpPr/>
          <p:nvPr/>
        </p:nvSpPr>
        <p:spPr>
          <a:xfrm>
            <a:off x="8150528" y="4493664"/>
            <a:ext cx="1030509" cy="3355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Ready</a:t>
            </a:r>
          </a:p>
        </p:txBody>
      </p:sp>
      <p:sp>
        <p:nvSpPr>
          <p:cNvPr id="364" name="立方体 363">
            <a:extLst>
              <a:ext uri="{FF2B5EF4-FFF2-40B4-BE49-F238E27FC236}">
                <a16:creationId xmlns:a16="http://schemas.microsoft.com/office/drawing/2014/main" id="{32429D05-CDA3-4C42-C6C0-6798856F4B97}"/>
              </a:ext>
            </a:extLst>
          </p:cNvPr>
          <p:cNvSpPr/>
          <p:nvPr/>
        </p:nvSpPr>
        <p:spPr>
          <a:xfrm>
            <a:off x="9455862" y="1315686"/>
            <a:ext cx="785418" cy="459696"/>
          </a:xfrm>
          <a:prstGeom prst="cube">
            <a:avLst>
              <a:gd name="adj" fmla="val 19015"/>
            </a:avLst>
          </a:prstGeom>
          <a:solidFill>
            <a:srgbClr val="00B0F0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3765">
              <a:defRPr/>
            </a:pPr>
            <a:r>
              <a:rPr lang="en-US" altLang="zh-CN" sz="1400" kern="0">
                <a:solidFill>
                  <a:prstClr val="white"/>
                </a:solidFill>
                <a:latin typeface="等线" panose="02010600030101010101" pitchFamily="2" charset="-122"/>
              </a:rPr>
              <a:t>Block N</a:t>
            </a:r>
          </a:p>
        </p:txBody>
      </p:sp>
      <p:sp>
        <p:nvSpPr>
          <p:cNvPr id="375" name="矩形 374">
            <a:extLst>
              <a:ext uri="{FF2B5EF4-FFF2-40B4-BE49-F238E27FC236}">
                <a16:creationId xmlns:a16="http://schemas.microsoft.com/office/drawing/2014/main" id="{48FCCD50-C34C-DFF4-1454-C3624F9160A8}"/>
              </a:ext>
            </a:extLst>
          </p:cNvPr>
          <p:cNvSpPr/>
          <p:nvPr/>
        </p:nvSpPr>
        <p:spPr>
          <a:xfrm>
            <a:off x="3434052" y="2168773"/>
            <a:ext cx="5742924" cy="335545"/>
          </a:xfrm>
          <a:prstGeom prst="rect">
            <a:avLst/>
          </a:prstGeom>
          <a:solidFill>
            <a:srgbClr val="4472C4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Old Version</a:t>
            </a:r>
          </a:p>
        </p:txBody>
      </p:sp>
      <p:sp>
        <p:nvSpPr>
          <p:cNvPr id="377" name="矩形 376">
            <a:extLst>
              <a:ext uri="{FF2B5EF4-FFF2-40B4-BE49-F238E27FC236}">
                <a16:creationId xmlns:a16="http://schemas.microsoft.com/office/drawing/2014/main" id="{02F60054-E258-F3D2-904F-0C7A13453EF0}"/>
              </a:ext>
            </a:extLst>
          </p:cNvPr>
          <p:cNvSpPr/>
          <p:nvPr/>
        </p:nvSpPr>
        <p:spPr>
          <a:xfrm>
            <a:off x="3431654" y="3164655"/>
            <a:ext cx="5742924" cy="335545"/>
          </a:xfrm>
          <a:prstGeom prst="rect">
            <a:avLst/>
          </a:prstGeom>
          <a:solidFill>
            <a:srgbClr val="4472C4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Old Version</a:t>
            </a:r>
          </a:p>
        </p:txBody>
      </p:sp>
      <p:sp>
        <p:nvSpPr>
          <p:cNvPr id="379" name="矩形 378">
            <a:extLst>
              <a:ext uri="{FF2B5EF4-FFF2-40B4-BE49-F238E27FC236}">
                <a16:creationId xmlns:a16="http://schemas.microsoft.com/office/drawing/2014/main" id="{F6F73176-F00C-3026-17DB-33391B8CA6FF}"/>
              </a:ext>
            </a:extLst>
          </p:cNvPr>
          <p:cNvSpPr/>
          <p:nvPr/>
        </p:nvSpPr>
        <p:spPr>
          <a:xfrm>
            <a:off x="3438115" y="4158117"/>
            <a:ext cx="5742923" cy="335545"/>
          </a:xfrm>
          <a:prstGeom prst="rect">
            <a:avLst/>
          </a:prstGeom>
          <a:solidFill>
            <a:srgbClr val="4472C4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Old Version</a:t>
            </a:r>
          </a:p>
        </p:txBody>
      </p:sp>
      <p:sp>
        <p:nvSpPr>
          <p:cNvPr id="386" name="矩形 385">
            <a:extLst>
              <a:ext uri="{FF2B5EF4-FFF2-40B4-BE49-F238E27FC236}">
                <a16:creationId xmlns:a16="http://schemas.microsoft.com/office/drawing/2014/main" id="{36D00E8E-599C-F0D1-9256-DFCF09F3D239}"/>
              </a:ext>
            </a:extLst>
          </p:cNvPr>
          <p:cNvSpPr/>
          <p:nvPr/>
        </p:nvSpPr>
        <p:spPr>
          <a:xfrm>
            <a:off x="3435052" y="2504328"/>
            <a:ext cx="1046802" cy="3355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Bind</a:t>
            </a:r>
          </a:p>
        </p:txBody>
      </p:sp>
      <p:sp>
        <p:nvSpPr>
          <p:cNvPr id="388" name="矩形 387">
            <a:extLst>
              <a:ext uri="{FF2B5EF4-FFF2-40B4-BE49-F238E27FC236}">
                <a16:creationId xmlns:a16="http://schemas.microsoft.com/office/drawing/2014/main" id="{BD1FE5A2-F505-8729-98CE-09363CB2E754}"/>
              </a:ext>
            </a:extLst>
          </p:cNvPr>
          <p:cNvSpPr/>
          <p:nvPr/>
        </p:nvSpPr>
        <p:spPr>
          <a:xfrm>
            <a:off x="3431655" y="3500205"/>
            <a:ext cx="1024869" cy="3355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Bind</a:t>
            </a:r>
          </a:p>
        </p:txBody>
      </p:sp>
      <p:sp>
        <p:nvSpPr>
          <p:cNvPr id="390" name="矩形 389">
            <a:extLst>
              <a:ext uri="{FF2B5EF4-FFF2-40B4-BE49-F238E27FC236}">
                <a16:creationId xmlns:a16="http://schemas.microsoft.com/office/drawing/2014/main" id="{7F030ADB-53E8-60CA-B459-D9CE883EBE4D}"/>
              </a:ext>
            </a:extLst>
          </p:cNvPr>
          <p:cNvSpPr/>
          <p:nvPr/>
        </p:nvSpPr>
        <p:spPr>
          <a:xfrm>
            <a:off x="3438115" y="4493664"/>
            <a:ext cx="1024869" cy="3355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Bind</a:t>
            </a:r>
          </a:p>
        </p:txBody>
      </p:sp>
      <p:sp>
        <p:nvSpPr>
          <p:cNvPr id="436" name="矩形 435">
            <a:extLst>
              <a:ext uri="{FF2B5EF4-FFF2-40B4-BE49-F238E27FC236}">
                <a16:creationId xmlns:a16="http://schemas.microsoft.com/office/drawing/2014/main" id="{E1277A7F-9EC3-2CCB-9559-C95B6EC85F80}"/>
              </a:ext>
            </a:extLst>
          </p:cNvPr>
          <p:cNvSpPr/>
          <p:nvPr/>
        </p:nvSpPr>
        <p:spPr>
          <a:xfrm>
            <a:off x="9176977" y="2504327"/>
            <a:ext cx="1297012" cy="3355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Bind</a:t>
            </a:r>
          </a:p>
        </p:txBody>
      </p:sp>
      <p:sp>
        <p:nvSpPr>
          <p:cNvPr id="438" name="矩形 437">
            <a:extLst>
              <a:ext uri="{FF2B5EF4-FFF2-40B4-BE49-F238E27FC236}">
                <a16:creationId xmlns:a16="http://schemas.microsoft.com/office/drawing/2014/main" id="{A0182358-BA78-728C-0B8A-4C12B5719EEA}"/>
              </a:ext>
            </a:extLst>
          </p:cNvPr>
          <p:cNvSpPr/>
          <p:nvPr/>
        </p:nvSpPr>
        <p:spPr>
          <a:xfrm>
            <a:off x="9176978" y="2168763"/>
            <a:ext cx="1297012" cy="33554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 Version</a:t>
            </a:r>
          </a:p>
        </p:txBody>
      </p:sp>
      <p:sp>
        <p:nvSpPr>
          <p:cNvPr id="440" name="矩形 439">
            <a:extLst>
              <a:ext uri="{FF2B5EF4-FFF2-40B4-BE49-F238E27FC236}">
                <a16:creationId xmlns:a16="http://schemas.microsoft.com/office/drawing/2014/main" id="{F813BA39-2667-CCF6-EABC-F28E8AE6E556}"/>
              </a:ext>
            </a:extLst>
          </p:cNvPr>
          <p:cNvSpPr/>
          <p:nvPr/>
        </p:nvSpPr>
        <p:spPr>
          <a:xfrm>
            <a:off x="9174578" y="3501592"/>
            <a:ext cx="1299410" cy="3355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Bind</a:t>
            </a:r>
          </a:p>
        </p:txBody>
      </p:sp>
      <p:sp>
        <p:nvSpPr>
          <p:cNvPr id="442" name="矩形 441">
            <a:extLst>
              <a:ext uri="{FF2B5EF4-FFF2-40B4-BE49-F238E27FC236}">
                <a16:creationId xmlns:a16="http://schemas.microsoft.com/office/drawing/2014/main" id="{64A9DB0F-ADA2-7D14-69DC-F426891A07AF}"/>
              </a:ext>
            </a:extLst>
          </p:cNvPr>
          <p:cNvSpPr/>
          <p:nvPr/>
        </p:nvSpPr>
        <p:spPr>
          <a:xfrm>
            <a:off x="9176187" y="3164767"/>
            <a:ext cx="1298468" cy="33554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 Version</a:t>
            </a:r>
          </a:p>
        </p:txBody>
      </p:sp>
      <p:sp>
        <p:nvSpPr>
          <p:cNvPr id="444" name="矩形 443">
            <a:extLst>
              <a:ext uri="{FF2B5EF4-FFF2-40B4-BE49-F238E27FC236}">
                <a16:creationId xmlns:a16="http://schemas.microsoft.com/office/drawing/2014/main" id="{44A84DA6-B124-D399-78B5-B8F01D6C613A}"/>
              </a:ext>
            </a:extLst>
          </p:cNvPr>
          <p:cNvSpPr/>
          <p:nvPr/>
        </p:nvSpPr>
        <p:spPr>
          <a:xfrm>
            <a:off x="9176187" y="4493664"/>
            <a:ext cx="1292828" cy="3355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Bind</a:t>
            </a:r>
          </a:p>
        </p:txBody>
      </p:sp>
      <p:sp>
        <p:nvSpPr>
          <p:cNvPr id="446" name="矩形 445">
            <a:extLst>
              <a:ext uri="{FF2B5EF4-FFF2-40B4-BE49-F238E27FC236}">
                <a16:creationId xmlns:a16="http://schemas.microsoft.com/office/drawing/2014/main" id="{ABAC0C03-36EE-453A-B3DF-5828B8B71E8C}"/>
              </a:ext>
            </a:extLst>
          </p:cNvPr>
          <p:cNvSpPr/>
          <p:nvPr/>
        </p:nvSpPr>
        <p:spPr>
          <a:xfrm>
            <a:off x="9174578" y="4158116"/>
            <a:ext cx="1300077" cy="33554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 Version</a:t>
            </a:r>
          </a:p>
        </p:txBody>
      </p:sp>
      <p:grpSp>
        <p:nvGrpSpPr>
          <p:cNvPr id="515" name="组合 514">
            <a:extLst>
              <a:ext uri="{FF2B5EF4-FFF2-40B4-BE49-F238E27FC236}">
                <a16:creationId xmlns:a16="http://schemas.microsoft.com/office/drawing/2014/main" id="{A3142A70-148D-2B8D-387F-2AD3015EF8E7}"/>
              </a:ext>
            </a:extLst>
          </p:cNvPr>
          <p:cNvGrpSpPr/>
          <p:nvPr/>
        </p:nvGrpSpPr>
        <p:grpSpPr>
          <a:xfrm>
            <a:off x="973753" y="2226336"/>
            <a:ext cx="1713110" cy="2465316"/>
            <a:chOff x="1249362" y="2088700"/>
            <a:chExt cx="1713110" cy="2465316"/>
          </a:xfrm>
        </p:grpSpPr>
        <p:sp>
          <p:nvSpPr>
            <p:cNvPr id="447" name="椭圆 446">
              <a:extLst>
                <a:ext uri="{FF2B5EF4-FFF2-40B4-BE49-F238E27FC236}">
                  <a16:creationId xmlns:a16="http://schemas.microsoft.com/office/drawing/2014/main" id="{1B962ADC-129B-ECD5-4305-983D8BE86080}"/>
                </a:ext>
              </a:extLst>
            </p:cNvPr>
            <p:cNvSpPr/>
            <p:nvPr/>
          </p:nvSpPr>
          <p:spPr>
            <a:xfrm>
              <a:off x="1859512" y="2088700"/>
              <a:ext cx="297180" cy="29718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sp>
          <p:nvSpPr>
            <p:cNvPr id="449" name="椭圆 448">
              <a:extLst>
                <a:ext uri="{FF2B5EF4-FFF2-40B4-BE49-F238E27FC236}">
                  <a16:creationId xmlns:a16="http://schemas.microsoft.com/office/drawing/2014/main" id="{EE2BB19B-396B-D25B-8C94-319D0B739B4C}"/>
                </a:ext>
              </a:extLst>
            </p:cNvPr>
            <p:cNvSpPr/>
            <p:nvPr/>
          </p:nvSpPr>
          <p:spPr>
            <a:xfrm>
              <a:off x="1920579" y="3122877"/>
              <a:ext cx="297180" cy="29718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sp>
          <p:nvSpPr>
            <p:cNvPr id="451" name="椭圆 450">
              <a:extLst>
                <a:ext uri="{FF2B5EF4-FFF2-40B4-BE49-F238E27FC236}">
                  <a16:creationId xmlns:a16="http://schemas.microsoft.com/office/drawing/2014/main" id="{6C3CEB80-7C1E-9CCF-573D-9BE69617A768}"/>
                </a:ext>
              </a:extLst>
            </p:cNvPr>
            <p:cNvSpPr/>
            <p:nvPr/>
          </p:nvSpPr>
          <p:spPr>
            <a:xfrm>
              <a:off x="2648006" y="2319628"/>
              <a:ext cx="297180" cy="29718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sp>
          <p:nvSpPr>
            <p:cNvPr id="453" name="椭圆 452">
              <a:extLst>
                <a:ext uri="{FF2B5EF4-FFF2-40B4-BE49-F238E27FC236}">
                  <a16:creationId xmlns:a16="http://schemas.microsoft.com/office/drawing/2014/main" id="{F5FFE1FC-3C2D-D7EE-C6F5-2BE10793ECE7}"/>
                </a:ext>
              </a:extLst>
            </p:cNvPr>
            <p:cNvSpPr/>
            <p:nvPr/>
          </p:nvSpPr>
          <p:spPr>
            <a:xfrm>
              <a:off x="1771989" y="3996755"/>
              <a:ext cx="297180" cy="29718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sp>
          <p:nvSpPr>
            <p:cNvPr id="455" name="椭圆 454">
              <a:extLst>
                <a:ext uri="{FF2B5EF4-FFF2-40B4-BE49-F238E27FC236}">
                  <a16:creationId xmlns:a16="http://schemas.microsoft.com/office/drawing/2014/main" id="{F72660BA-3967-BDB9-460E-C2D452134350}"/>
                </a:ext>
              </a:extLst>
            </p:cNvPr>
            <p:cNvSpPr/>
            <p:nvPr/>
          </p:nvSpPr>
          <p:spPr>
            <a:xfrm>
              <a:off x="2665292" y="3288232"/>
              <a:ext cx="297180" cy="29718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sp>
          <p:nvSpPr>
            <p:cNvPr id="457" name="椭圆 456">
              <a:extLst>
                <a:ext uri="{FF2B5EF4-FFF2-40B4-BE49-F238E27FC236}">
                  <a16:creationId xmlns:a16="http://schemas.microsoft.com/office/drawing/2014/main" id="{9886737D-D9E2-E7DA-5BF4-2AAD1F8DD1AF}"/>
                </a:ext>
              </a:extLst>
            </p:cNvPr>
            <p:cNvSpPr/>
            <p:nvPr/>
          </p:nvSpPr>
          <p:spPr>
            <a:xfrm>
              <a:off x="2665292" y="4256836"/>
              <a:ext cx="297180" cy="29718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sp>
          <p:nvSpPr>
            <p:cNvPr id="459" name="椭圆 458">
              <a:extLst>
                <a:ext uri="{FF2B5EF4-FFF2-40B4-BE49-F238E27FC236}">
                  <a16:creationId xmlns:a16="http://schemas.microsoft.com/office/drawing/2014/main" id="{192D58B5-62FB-97DB-4A60-A7F1078795C1}"/>
                </a:ext>
              </a:extLst>
            </p:cNvPr>
            <p:cNvSpPr/>
            <p:nvPr/>
          </p:nvSpPr>
          <p:spPr>
            <a:xfrm>
              <a:off x="1249362" y="2696157"/>
              <a:ext cx="297180" cy="29718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sp>
          <p:nvSpPr>
            <p:cNvPr id="461" name="椭圆 460">
              <a:extLst>
                <a:ext uri="{FF2B5EF4-FFF2-40B4-BE49-F238E27FC236}">
                  <a16:creationId xmlns:a16="http://schemas.microsoft.com/office/drawing/2014/main" id="{E0E2FF27-F105-B65B-15AE-C47081C0F2AA}"/>
                </a:ext>
              </a:extLst>
            </p:cNvPr>
            <p:cNvSpPr/>
            <p:nvPr/>
          </p:nvSpPr>
          <p:spPr>
            <a:xfrm>
              <a:off x="1249362" y="3623777"/>
              <a:ext cx="297180" cy="29718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cxnSp>
          <p:nvCxnSpPr>
            <p:cNvPr id="462" name="直接连接符 461">
              <a:extLst>
                <a:ext uri="{FF2B5EF4-FFF2-40B4-BE49-F238E27FC236}">
                  <a16:creationId xmlns:a16="http://schemas.microsoft.com/office/drawing/2014/main" id="{9B6A8466-E169-2572-196E-BF5A342EAE69}"/>
                </a:ext>
              </a:extLst>
            </p:cNvPr>
            <p:cNvCxnSpPr>
              <a:cxnSpLocks/>
              <a:stCxn id="447" idx="2"/>
              <a:endCxn id="459" idx="0"/>
            </p:cNvCxnSpPr>
            <p:nvPr/>
          </p:nvCxnSpPr>
          <p:spPr>
            <a:xfrm flipH="1">
              <a:off x="1397952" y="2237290"/>
              <a:ext cx="461560" cy="45886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65" name="直接连接符 464">
              <a:extLst>
                <a:ext uri="{FF2B5EF4-FFF2-40B4-BE49-F238E27FC236}">
                  <a16:creationId xmlns:a16="http://schemas.microsoft.com/office/drawing/2014/main" id="{DE06794C-470B-A0F1-AF38-077D06BD5267}"/>
                </a:ext>
              </a:extLst>
            </p:cNvPr>
            <p:cNvCxnSpPr>
              <a:cxnSpLocks/>
              <a:stCxn id="459" idx="4"/>
              <a:endCxn id="461" idx="0"/>
            </p:cNvCxnSpPr>
            <p:nvPr/>
          </p:nvCxnSpPr>
          <p:spPr>
            <a:xfrm>
              <a:off x="1397952" y="2993337"/>
              <a:ext cx="0" cy="63044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68" name="直接连接符 467">
              <a:extLst>
                <a:ext uri="{FF2B5EF4-FFF2-40B4-BE49-F238E27FC236}">
                  <a16:creationId xmlns:a16="http://schemas.microsoft.com/office/drawing/2014/main" id="{FCDDCD0C-4EBF-3887-C645-4AA5B0A20DE1}"/>
                </a:ext>
              </a:extLst>
            </p:cNvPr>
            <p:cNvCxnSpPr>
              <a:cxnSpLocks/>
              <a:stCxn id="453" idx="1"/>
              <a:endCxn id="461" idx="5"/>
            </p:cNvCxnSpPr>
            <p:nvPr/>
          </p:nvCxnSpPr>
          <p:spPr>
            <a:xfrm flipH="1" flipV="1">
              <a:off x="1503021" y="3877436"/>
              <a:ext cx="312489" cy="16284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71" name="直接连接符 470">
              <a:extLst>
                <a:ext uri="{FF2B5EF4-FFF2-40B4-BE49-F238E27FC236}">
                  <a16:creationId xmlns:a16="http://schemas.microsoft.com/office/drawing/2014/main" id="{C42814C4-E742-BEC1-3C3A-F381612E0F3C}"/>
                </a:ext>
              </a:extLst>
            </p:cNvPr>
            <p:cNvCxnSpPr>
              <a:cxnSpLocks/>
              <a:stCxn id="457" idx="2"/>
              <a:endCxn id="453" idx="6"/>
            </p:cNvCxnSpPr>
            <p:nvPr/>
          </p:nvCxnSpPr>
          <p:spPr>
            <a:xfrm flipH="1" flipV="1">
              <a:off x="2069169" y="4145345"/>
              <a:ext cx="596123" cy="26008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78" name="直接连接符 477">
              <a:extLst>
                <a:ext uri="{FF2B5EF4-FFF2-40B4-BE49-F238E27FC236}">
                  <a16:creationId xmlns:a16="http://schemas.microsoft.com/office/drawing/2014/main" id="{3876C738-7F57-632F-EB69-0EF8D41FAF3B}"/>
                </a:ext>
              </a:extLst>
            </p:cNvPr>
            <p:cNvCxnSpPr>
              <a:cxnSpLocks/>
              <a:stCxn id="457" idx="0"/>
            </p:cNvCxnSpPr>
            <p:nvPr/>
          </p:nvCxnSpPr>
          <p:spPr>
            <a:xfrm flipV="1">
              <a:off x="2813882" y="3581602"/>
              <a:ext cx="3103" cy="67523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82" name="直接连接符 481">
              <a:extLst>
                <a:ext uri="{FF2B5EF4-FFF2-40B4-BE49-F238E27FC236}">
                  <a16:creationId xmlns:a16="http://schemas.microsoft.com/office/drawing/2014/main" id="{871DFA60-2710-99A1-E748-75856AB28160}"/>
                </a:ext>
              </a:extLst>
            </p:cNvPr>
            <p:cNvCxnSpPr>
              <a:cxnSpLocks/>
              <a:stCxn id="447" idx="6"/>
              <a:endCxn id="451" idx="2"/>
            </p:cNvCxnSpPr>
            <p:nvPr/>
          </p:nvCxnSpPr>
          <p:spPr>
            <a:xfrm>
              <a:off x="2156692" y="2237290"/>
              <a:ext cx="491314" cy="23092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85" name="直接连接符 484">
              <a:extLst>
                <a:ext uri="{FF2B5EF4-FFF2-40B4-BE49-F238E27FC236}">
                  <a16:creationId xmlns:a16="http://schemas.microsoft.com/office/drawing/2014/main" id="{BEAF4D8F-E35E-0982-0898-8222CB118BEB}"/>
                </a:ext>
              </a:extLst>
            </p:cNvPr>
            <p:cNvCxnSpPr>
              <a:cxnSpLocks/>
              <a:stCxn id="451" idx="4"/>
              <a:endCxn id="455" idx="0"/>
            </p:cNvCxnSpPr>
            <p:nvPr/>
          </p:nvCxnSpPr>
          <p:spPr>
            <a:xfrm>
              <a:off x="2796596" y="2616808"/>
              <a:ext cx="17286" cy="67142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88" name="直接连接符 487">
              <a:extLst>
                <a:ext uri="{FF2B5EF4-FFF2-40B4-BE49-F238E27FC236}">
                  <a16:creationId xmlns:a16="http://schemas.microsoft.com/office/drawing/2014/main" id="{628C6406-56C5-B51D-F266-49F4539052C3}"/>
                </a:ext>
              </a:extLst>
            </p:cNvPr>
            <p:cNvCxnSpPr>
              <a:cxnSpLocks/>
              <a:stCxn id="447" idx="4"/>
              <a:endCxn id="449" idx="0"/>
            </p:cNvCxnSpPr>
            <p:nvPr/>
          </p:nvCxnSpPr>
          <p:spPr>
            <a:xfrm>
              <a:off x="2008102" y="2385880"/>
              <a:ext cx="61067" cy="73699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91" name="直接连接符 490">
              <a:extLst>
                <a:ext uri="{FF2B5EF4-FFF2-40B4-BE49-F238E27FC236}">
                  <a16:creationId xmlns:a16="http://schemas.microsoft.com/office/drawing/2014/main" id="{8DD7E0B7-E7E7-E166-B777-0E511A9EF6E6}"/>
                </a:ext>
              </a:extLst>
            </p:cNvPr>
            <p:cNvCxnSpPr>
              <a:cxnSpLocks/>
              <a:stCxn id="459" idx="5"/>
              <a:endCxn id="449" idx="2"/>
            </p:cNvCxnSpPr>
            <p:nvPr/>
          </p:nvCxnSpPr>
          <p:spPr>
            <a:xfrm>
              <a:off x="1503021" y="2949816"/>
              <a:ext cx="417558" cy="32165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94" name="直接连接符 493">
              <a:extLst>
                <a:ext uri="{FF2B5EF4-FFF2-40B4-BE49-F238E27FC236}">
                  <a16:creationId xmlns:a16="http://schemas.microsoft.com/office/drawing/2014/main" id="{0BBCB00B-B6A0-1FEA-422A-4D4A4D202B34}"/>
                </a:ext>
              </a:extLst>
            </p:cNvPr>
            <p:cNvCxnSpPr>
              <a:cxnSpLocks/>
              <a:stCxn id="461" idx="6"/>
              <a:endCxn id="449" idx="3"/>
            </p:cNvCxnSpPr>
            <p:nvPr/>
          </p:nvCxnSpPr>
          <p:spPr>
            <a:xfrm flipV="1">
              <a:off x="1546542" y="3376536"/>
              <a:ext cx="417558" cy="39583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98" name="直接连接符 497">
              <a:extLst>
                <a:ext uri="{FF2B5EF4-FFF2-40B4-BE49-F238E27FC236}">
                  <a16:creationId xmlns:a16="http://schemas.microsoft.com/office/drawing/2014/main" id="{FB83EEFE-519A-5BB7-238E-8354E9E78288}"/>
                </a:ext>
              </a:extLst>
            </p:cNvPr>
            <p:cNvCxnSpPr>
              <a:cxnSpLocks/>
              <a:stCxn id="449" idx="4"/>
              <a:endCxn id="453" idx="0"/>
            </p:cNvCxnSpPr>
            <p:nvPr/>
          </p:nvCxnSpPr>
          <p:spPr>
            <a:xfrm flipH="1">
              <a:off x="1920579" y="3420057"/>
              <a:ext cx="148590" cy="57669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01" name="直接连接符 500">
              <a:extLst>
                <a:ext uri="{FF2B5EF4-FFF2-40B4-BE49-F238E27FC236}">
                  <a16:creationId xmlns:a16="http://schemas.microsoft.com/office/drawing/2014/main" id="{3016C4EF-10FE-7740-5DBC-06E0DAE62269}"/>
                </a:ext>
              </a:extLst>
            </p:cNvPr>
            <p:cNvCxnSpPr>
              <a:cxnSpLocks/>
              <a:stCxn id="449" idx="5"/>
              <a:endCxn id="457" idx="1"/>
            </p:cNvCxnSpPr>
            <p:nvPr/>
          </p:nvCxnSpPr>
          <p:spPr>
            <a:xfrm>
              <a:off x="2174238" y="3376536"/>
              <a:ext cx="534575" cy="92382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04" name="直接连接符 503">
              <a:extLst>
                <a:ext uri="{FF2B5EF4-FFF2-40B4-BE49-F238E27FC236}">
                  <a16:creationId xmlns:a16="http://schemas.microsoft.com/office/drawing/2014/main" id="{266D02D6-7157-E8C4-BEB1-8B8A7C03BEFE}"/>
                </a:ext>
              </a:extLst>
            </p:cNvPr>
            <p:cNvCxnSpPr>
              <a:cxnSpLocks/>
              <a:stCxn id="449" idx="6"/>
              <a:endCxn id="455" idx="2"/>
            </p:cNvCxnSpPr>
            <p:nvPr/>
          </p:nvCxnSpPr>
          <p:spPr>
            <a:xfrm>
              <a:off x="2217759" y="3271467"/>
              <a:ext cx="447533" cy="16535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07" name="直接连接符 506">
              <a:extLst>
                <a:ext uri="{FF2B5EF4-FFF2-40B4-BE49-F238E27FC236}">
                  <a16:creationId xmlns:a16="http://schemas.microsoft.com/office/drawing/2014/main" id="{FE91CC52-183F-CEF8-69CC-04426C5EBD12}"/>
                </a:ext>
              </a:extLst>
            </p:cNvPr>
            <p:cNvCxnSpPr>
              <a:cxnSpLocks/>
              <a:stCxn id="449" idx="7"/>
              <a:endCxn id="451" idx="3"/>
            </p:cNvCxnSpPr>
            <p:nvPr/>
          </p:nvCxnSpPr>
          <p:spPr>
            <a:xfrm flipV="1">
              <a:off x="2174238" y="2573287"/>
              <a:ext cx="517289" cy="59311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14" name="文本框 513">
            <a:extLst>
              <a:ext uri="{FF2B5EF4-FFF2-40B4-BE49-F238E27FC236}">
                <a16:creationId xmlns:a16="http://schemas.microsoft.com/office/drawing/2014/main" id="{9AB33831-F017-8AFC-B061-C5289DCECF81}"/>
              </a:ext>
            </a:extLst>
          </p:cNvPr>
          <p:cNvSpPr txBox="1"/>
          <p:nvPr/>
        </p:nvSpPr>
        <p:spPr>
          <a:xfrm>
            <a:off x="944465" y="4746782"/>
            <a:ext cx="19483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Blockchain  Node Network</a:t>
            </a:r>
          </a:p>
        </p:txBody>
      </p:sp>
      <p:sp>
        <p:nvSpPr>
          <p:cNvPr id="516" name="箭头: 右 515">
            <a:extLst>
              <a:ext uri="{FF2B5EF4-FFF2-40B4-BE49-F238E27FC236}">
                <a16:creationId xmlns:a16="http://schemas.microsoft.com/office/drawing/2014/main" id="{2B9F5508-53DA-CA1E-6179-E2844A87ACF9}"/>
              </a:ext>
            </a:extLst>
          </p:cNvPr>
          <p:cNvSpPr/>
          <p:nvPr/>
        </p:nvSpPr>
        <p:spPr>
          <a:xfrm>
            <a:off x="2855215" y="2490122"/>
            <a:ext cx="390530" cy="14859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518" name="箭头: 右 517">
            <a:extLst>
              <a:ext uri="{FF2B5EF4-FFF2-40B4-BE49-F238E27FC236}">
                <a16:creationId xmlns:a16="http://schemas.microsoft.com/office/drawing/2014/main" id="{AA84862F-EE0F-4F5D-6124-1D1C27C4D667}"/>
              </a:ext>
            </a:extLst>
          </p:cNvPr>
          <p:cNvSpPr/>
          <p:nvPr/>
        </p:nvSpPr>
        <p:spPr>
          <a:xfrm>
            <a:off x="2863994" y="3458994"/>
            <a:ext cx="390530" cy="14859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520" name="箭头: 右 519">
            <a:extLst>
              <a:ext uri="{FF2B5EF4-FFF2-40B4-BE49-F238E27FC236}">
                <a16:creationId xmlns:a16="http://schemas.microsoft.com/office/drawing/2014/main" id="{1DB65F82-C91A-936B-8877-4E78C1158CA8}"/>
              </a:ext>
            </a:extLst>
          </p:cNvPr>
          <p:cNvSpPr/>
          <p:nvPr/>
        </p:nvSpPr>
        <p:spPr>
          <a:xfrm>
            <a:off x="2892856" y="4444363"/>
            <a:ext cx="390530" cy="14859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grpSp>
        <p:nvGrpSpPr>
          <p:cNvPr id="526" name="组合 525">
            <a:extLst>
              <a:ext uri="{FF2B5EF4-FFF2-40B4-BE49-F238E27FC236}">
                <a16:creationId xmlns:a16="http://schemas.microsoft.com/office/drawing/2014/main" id="{8BECF1D3-2C95-24AA-9E14-46C84FCFB5B1}"/>
              </a:ext>
            </a:extLst>
          </p:cNvPr>
          <p:cNvGrpSpPr/>
          <p:nvPr/>
        </p:nvGrpSpPr>
        <p:grpSpPr>
          <a:xfrm>
            <a:off x="8692271" y="1484571"/>
            <a:ext cx="632516" cy="121920"/>
            <a:chOff x="8068401" y="1484572"/>
            <a:chExt cx="632516" cy="121920"/>
          </a:xfrm>
        </p:grpSpPr>
        <p:sp>
          <p:nvSpPr>
            <p:cNvPr id="521" name="椭圆 520">
              <a:extLst>
                <a:ext uri="{FF2B5EF4-FFF2-40B4-BE49-F238E27FC236}">
                  <a16:creationId xmlns:a16="http://schemas.microsoft.com/office/drawing/2014/main" id="{771AD9A8-269D-C2A2-0F90-45809CC220D7}"/>
                </a:ext>
              </a:extLst>
            </p:cNvPr>
            <p:cNvSpPr/>
            <p:nvPr/>
          </p:nvSpPr>
          <p:spPr>
            <a:xfrm>
              <a:off x="8068401" y="1484572"/>
              <a:ext cx="121920" cy="12192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sp>
          <p:nvSpPr>
            <p:cNvPr id="523" name="椭圆 522">
              <a:extLst>
                <a:ext uri="{FF2B5EF4-FFF2-40B4-BE49-F238E27FC236}">
                  <a16:creationId xmlns:a16="http://schemas.microsoft.com/office/drawing/2014/main" id="{36236C26-C419-7494-BEEF-C94EE354571C}"/>
                </a:ext>
              </a:extLst>
            </p:cNvPr>
            <p:cNvSpPr/>
            <p:nvPr/>
          </p:nvSpPr>
          <p:spPr>
            <a:xfrm>
              <a:off x="8323451" y="1484572"/>
              <a:ext cx="121920" cy="12192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sp>
          <p:nvSpPr>
            <p:cNvPr id="525" name="椭圆 524">
              <a:extLst>
                <a:ext uri="{FF2B5EF4-FFF2-40B4-BE49-F238E27FC236}">
                  <a16:creationId xmlns:a16="http://schemas.microsoft.com/office/drawing/2014/main" id="{F759A8DF-E3F5-2D54-36F0-22DC248208E6}"/>
                </a:ext>
              </a:extLst>
            </p:cNvPr>
            <p:cNvSpPr/>
            <p:nvPr/>
          </p:nvSpPr>
          <p:spPr>
            <a:xfrm>
              <a:off x="8578997" y="1484572"/>
              <a:ext cx="121920" cy="12192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</p:grpSp>
      <p:pic>
        <p:nvPicPr>
          <p:cNvPr id="528" name="图形 527">
            <a:extLst>
              <a:ext uri="{FF2B5EF4-FFF2-40B4-BE49-F238E27FC236}">
                <a16:creationId xmlns:a16="http://schemas.microsoft.com/office/drawing/2014/main" id="{DA3E9D3E-EA17-032C-30CD-260240428B2C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3136380">
            <a:off x="8070564" y="1286019"/>
            <a:ext cx="437894" cy="519026"/>
          </a:xfrm>
          <a:prstGeom prst="rect">
            <a:avLst/>
          </a:prstGeom>
        </p:spPr>
      </p:pic>
      <p:sp>
        <p:nvSpPr>
          <p:cNvPr id="534" name="文本框 533">
            <a:extLst>
              <a:ext uri="{FF2B5EF4-FFF2-40B4-BE49-F238E27FC236}">
                <a16:creationId xmlns:a16="http://schemas.microsoft.com/office/drawing/2014/main" id="{E0914CA6-FE00-9A60-5119-7CCFEA87865A}"/>
              </a:ext>
            </a:extLst>
          </p:cNvPr>
          <p:cNvSpPr txBox="1"/>
          <p:nvPr/>
        </p:nvSpPr>
        <p:spPr>
          <a:xfrm>
            <a:off x="9058931" y="1819816"/>
            <a:ext cx="17197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Activation Block</a:t>
            </a:r>
          </a:p>
        </p:txBody>
      </p:sp>
      <p:sp>
        <p:nvSpPr>
          <p:cNvPr id="536" name="文本框 535">
            <a:extLst>
              <a:ext uri="{FF2B5EF4-FFF2-40B4-BE49-F238E27FC236}">
                <a16:creationId xmlns:a16="http://schemas.microsoft.com/office/drawing/2014/main" id="{52BF1B33-22E7-8E44-C74A-5EBEAE64E699}"/>
              </a:ext>
            </a:extLst>
          </p:cNvPr>
          <p:cNvSpPr txBox="1"/>
          <p:nvPr/>
        </p:nvSpPr>
        <p:spPr>
          <a:xfrm>
            <a:off x="4134278" y="1819816"/>
            <a:ext cx="16330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Upgrade Block</a:t>
            </a:r>
            <a:endParaRPr lang="zh-CN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99544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Roundrect 2">
            <a:extLst>
              <a:ext uri="{FF2B5EF4-FFF2-40B4-BE49-F238E27FC236}">
                <a16:creationId xmlns:a16="http://schemas.microsoft.com/office/drawing/2014/main" id="{576C4620-08E7-3FAB-1604-27FB7D1D0A3A}"/>
              </a:ext>
            </a:extLst>
          </p:cNvPr>
          <p:cNvSpPr/>
          <p:nvPr/>
        </p:nvSpPr>
        <p:spPr>
          <a:xfrm>
            <a:off x="1517904" y="266131"/>
            <a:ext cx="7735248" cy="1704615"/>
          </a:xfrm>
          <a:prstGeom prst="roundRect">
            <a:avLst>
              <a:gd name="adj" fmla="val 2500"/>
            </a:avLst>
          </a:prstGeom>
          <a:solidFill>
            <a:srgbClr val="F7FCFF"/>
          </a:solidFill>
          <a:ln w="12700">
            <a:solidFill>
              <a:srgbClr val="7FA2C7"/>
            </a:solidFill>
            <a:prstDash val="dash"/>
          </a:ln>
        </p:spPr>
        <p:txBody>
          <a:bodyPr/>
          <a:lstStyle/>
          <a:p>
            <a:endParaRPr sz="1200"/>
          </a:p>
        </p:txBody>
      </p:sp>
      <p:sp>
        <p:nvSpPr>
          <p:cNvPr id="316" name="文本框 315">
            <a:extLst>
              <a:ext uri="{FF2B5EF4-FFF2-40B4-BE49-F238E27FC236}">
                <a16:creationId xmlns:a16="http://schemas.microsoft.com/office/drawing/2014/main" id="{655D9C9F-C345-9868-85B6-DABF3A972DD6}"/>
              </a:ext>
            </a:extLst>
          </p:cNvPr>
          <p:cNvSpPr txBox="1"/>
          <p:nvPr/>
        </p:nvSpPr>
        <p:spPr>
          <a:xfrm>
            <a:off x="4256608" y="986653"/>
            <a:ext cx="12688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WASM Bytecode</a:t>
            </a:r>
          </a:p>
        </p:txBody>
      </p:sp>
      <p:sp>
        <p:nvSpPr>
          <p:cNvPr id="351" name="Roundrect 2">
            <a:extLst>
              <a:ext uri="{FF2B5EF4-FFF2-40B4-BE49-F238E27FC236}">
                <a16:creationId xmlns:a16="http://schemas.microsoft.com/office/drawing/2014/main" id="{25E23056-9FEC-C823-7650-76AF5BBF6B66}"/>
              </a:ext>
            </a:extLst>
          </p:cNvPr>
          <p:cNvSpPr/>
          <p:nvPr/>
        </p:nvSpPr>
        <p:spPr>
          <a:xfrm>
            <a:off x="1517904" y="2168810"/>
            <a:ext cx="7735248" cy="1553800"/>
          </a:xfrm>
          <a:prstGeom prst="roundRect">
            <a:avLst>
              <a:gd name="adj" fmla="val 2500"/>
            </a:avLst>
          </a:prstGeom>
          <a:solidFill>
            <a:srgbClr val="F7FCFF"/>
          </a:solidFill>
          <a:ln w="12700">
            <a:solidFill>
              <a:srgbClr val="7FA2C7"/>
            </a:solidFill>
            <a:prstDash val="dash"/>
          </a:ln>
        </p:spPr>
        <p:txBody>
          <a:bodyPr/>
          <a:lstStyle/>
          <a:p>
            <a:endParaRPr sz="1200" dirty="0"/>
          </a:p>
        </p:txBody>
      </p:sp>
      <p:sp>
        <p:nvSpPr>
          <p:cNvPr id="349" name="Roundrect 3">
            <a:extLst>
              <a:ext uri="{FF2B5EF4-FFF2-40B4-BE49-F238E27FC236}">
                <a16:creationId xmlns:a16="http://schemas.microsoft.com/office/drawing/2014/main" id="{9D30E786-7D49-BF8A-5BC2-6013B2D59813}"/>
              </a:ext>
            </a:extLst>
          </p:cNvPr>
          <p:cNvSpPr/>
          <p:nvPr/>
        </p:nvSpPr>
        <p:spPr>
          <a:xfrm>
            <a:off x="4526097" y="3877239"/>
            <a:ext cx="4727055" cy="2479484"/>
          </a:xfrm>
          <a:prstGeom prst="roundRect">
            <a:avLst>
              <a:gd name="adj" fmla="val 1923"/>
            </a:avLst>
          </a:prstGeom>
          <a:solidFill>
            <a:srgbClr val="FFF9EF"/>
          </a:solidFill>
          <a:ln w="12700">
            <a:solidFill>
              <a:srgbClr val="D9C69D"/>
            </a:solidFill>
            <a:prstDash val="dash"/>
          </a:ln>
        </p:spPr>
        <p:txBody>
          <a:bodyPr/>
          <a:lstStyle/>
          <a:p>
            <a:endParaRPr sz="1200"/>
          </a:p>
        </p:txBody>
      </p:sp>
      <p:sp>
        <p:nvSpPr>
          <p:cNvPr id="347" name="Roundrect 3">
            <a:extLst>
              <a:ext uri="{FF2B5EF4-FFF2-40B4-BE49-F238E27FC236}">
                <a16:creationId xmlns:a16="http://schemas.microsoft.com/office/drawing/2014/main" id="{882F4B52-BA5B-10A3-ABCF-283C4DCD72EB}"/>
              </a:ext>
            </a:extLst>
          </p:cNvPr>
          <p:cNvSpPr/>
          <p:nvPr/>
        </p:nvSpPr>
        <p:spPr>
          <a:xfrm>
            <a:off x="1517904" y="3879555"/>
            <a:ext cx="2894650" cy="2479484"/>
          </a:xfrm>
          <a:prstGeom prst="roundRect">
            <a:avLst>
              <a:gd name="adj" fmla="val 1923"/>
            </a:avLst>
          </a:prstGeom>
          <a:solidFill>
            <a:srgbClr val="FFF9EF"/>
          </a:solidFill>
          <a:ln w="12700">
            <a:solidFill>
              <a:srgbClr val="D9C69D"/>
            </a:solidFill>
            <a:prstDash val="dash"/>
          </a:ln>
        </p:spPr>
        <p:txBody>
          <a:bodyPr/>
          <a:lstStyle/>
          <a:p>
            <a:endParaRPr sz="1200"/>
          </a:p>
        </p:txBody>
      </p:sp>
      <p:sp>
        <p:nvSpPr>
          <p:cNvPr id="333" name="矩形 332">
            <a:extLst>
              <a:ext uri="{FF2B5EF4-FFF2-40B4-BE49-F238E27FC236}">
                <a16:creationId xmlns:a16="http://schemas.microsoft.com/office/drawing/2014/main" id="{194DCA13-03FF-69A1-0EE4-E022A279340B}"/>
              </a:ext>
            </a:extLst>
          </p:cNvPr>
          <p:cNvSpPr/>
          <p:nvPr/>
        </p:nvSpPr>
        <p:spPr>
          <a:xfrm>
            <a:off x="4638717" y="5509216"/>
            <a:ext cx="2700011" cy="558810"/>
          </a:xfrm>
          <a:prstGeom prst="rect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CD8C6667-0523-591F-C317-48264F5A648B}"/>
              </a:ext>
            </a:extLst>
          </p:cNvPr>
          <p:cNvSpPr/>
          <p:nvPr/>
        </p:nvSpPr>
        <p:spPr>
          <a:xfrm>
            <a:off x="2618770" y="4077266"/>
            <a:ext cx="1049552" cy="4089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Execute Transaction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矩形: 圆角 72">
            <a:extLst>
              <a:ext uri="{FF2B5EF4-FFF2-40B4-BE49-F238E27FC236}">
                <a16:creationId xmlns:a16="http://schemas.microsoft.com/office/drawing/2014/main" id="{45D87F21-07CC-8EA2-549D-B9F6E9D09476}"/>
              </a:ext>
            </a:extLst>
          </p:cNvPr>
          <p:cNvSpPr/>
          <p:nvPr/>
        </p:nvSpPr>
        <p:spPr>
          <a:xfrm>
            <a:off x="2539198" y="4855621"/>
            <a:ext cx="1208696" cy="41719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Identity Hooks</a:t>
            </a:r>
          </a:p>
        </p:txBody>
      </p:sp>
      <p:sp>
        <p:nvSpPr>
          <p:cNvPr id="93" name="矩形: 圆角 92">
            <a:extLst>
              <a:ext uri="{FF2B5EF4-FFF2-40B4-BE49-F238E27FC236}">
                <a16:creationId xmlns:a16="http://schemas.microsoft.com/office/drawing/2014/main" id="{24776F0B-9CAD-1F8B-8163-6AEFB891B840}"/>
              </a:ext>
            </a:extLst>
          </p:cNvPr>
          <p:cNvSpPr/>
          <p:nvPr/>
        </p:nvSpPr>
        <p:spPr>
          <a:xfrm>
            <a:off x="2546614" y="5620848"/>
            <a:ext cx="1185581" cy="33554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Waiting Result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4" name="直接箭头连接符 93">
            <a:extLst>
              <a:ext uri="{FF2B5EF4-FFF2-40B4-BE49-F238E27FC236}">
                <a16:creationId xmlns:a16="http://schemas.microsoft.com/office/drawing/2014/main" id="{CE6101A6-79BD-79CE-50E4-CA882C40F005}"/>
              </a:ext>
            </a:extLst>
          </p:cNvPr>
          <p:cNvCxnSpPr>
            <a:cxnSpLocks/>
            <a:stCxn id="93" idx="1"/>
            <a:endCxn id="68" idx="1"/>
          </p:cNvCxnSpPr>
          <p:nvPr/>
        </p:nvCxnSpPr>
        <p:spPr>
          <a:xfrm rot="10800000" flipH="1">
            <a:off x="2546614" y="4281749"/>
            <a:ext cx="72156" cy="1506873"/>
          </a:xfrm>
          <a:prstGeom prst="bentConnector3">
            <a:avLst>
              <a:gd name="adj1" fmla="val -316814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8" name="直接箭头连接符 93">
            <a:extLst>
              <a:ext uri="{FF2B5EF4-FFF2-40B4-BE49-F238E27FC236}">
                <a16:creationId xmlns:a16="http://schemas.microsoft.com/office/drawing/2014/main" id="{07CD9918-A663-DC62-D709-F0CAD4D60A2F}"/>
              </a:ext>
            </a:extLst>
          </p:cNvPr>
          <p:cNvCxnSpPr>
            <a:cxnSpLocks/>
            <a:stCxn id="68" idx="2"/>
            <a:endCxn id="73" idx="0"/>
          </p:cNvCxnSpPr>
          <p:nvPr/>
        </p:nvCxnSpPr>
        <p:spPr>
          <a:xfrm>
            <a:off x="3143546" y="4486229"/>
            <a:ext cx="0" cy="3693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4" name="直接箭头连接符 93">
            <a:extLst>
              <a:ext uri="{FF2B5EF4-FFF2-40B4-BE49-F238E27FC236}">
                <a16:creationId xmlns:a16="http://schemas.microsoft.com/office/drawing/2014/main" id="{CAEB83EE-BB3C-C339-5102-A183F6C532E2}"/>
              </a:ext>
            </a:extLst>
          </p:cNvPr>
          <p:cNvCxnSpPr>
            <a:cxnSpLocks/>
            <a:stCxn id="73" idx="2"/>
            <a:endCxn id="93" idx="0"/>
          </p:cNvCxnSpPr>
          <p:nvPr/>
        </p:nvCxnSpPr>
        <p:spPr>
          <a:xfrm flipH="1">
            <a:off x="3139405" y="5272811"/>
            <a:ext cx="4141" cy="3480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20" name="图形 119">
            <a:extLst>
              <a:ext uri="{FF2B5EF4-FFF2-40B4-BE49-F238E27FC236}">
                <a16:creationId xmlns:a16="http://schemas.microsoft.com/office/drawing/2014/main" id="{673B853A-FCB2-9F72-672C-3170ED564E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60167" y="996422"/>
            <a:ext cx="314745" cy="314745"/>
          </a:xfrm>
          <a:prstGeom prst="rect">
            <a:avLst/>
          </a:prstGeom>
        </p:spPr>
      </p:pic>
      <p:sp>
        <p:nvSpPr>
          <p:cNvPr id="126" name="矩形 125">
            <a:extLst>
              <a:ext uri="{FF2B5EF4-FFF2-40B4-BE49-F238E27FC236}">
                <a16:creationId xmlns:a16="http://schemas.microsoft.com/office/drawing/2014/main" id="{3BFC6217-D219-70FD-361B-04200D3E3D72}"/>
              </a:ext>
            </a:extLst>
          </p:cNvPr>
          <p:cNvSpPr/>
          <p:nvPr/>
        </p:nvSpPr>
        <p:spPr>
          <a:xfrm>
            <a:off x="5501354" y="415995"/>
            <a:ext cx="1717271" cy="12416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Name</a:t>
            </a:r>
          </a:p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Version</a:t>
            </a:r>
          </a:p>
          <a:p>
            <a:pPr algn="ctr"/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···</a:t>
            </a:r>
          </a:p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WASM Bytecode</a:t>
            </a:r>
          </a:p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WASM  Bytecode Hash</a:t>
            </a:r>
          </a:p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Activation Block</a:t>
            </a:r>
          </a:p>
        </p:txBody>
      </p:sp>
      <p:cxnSp>
        <p:nvCxnSpPr>
          <p:cNvPr id="48" name="直接箭头连接符 93">
            <a:extLst>
              <a:ext uri="{FF2B5EF4-FFF2-40B4-BE49-F238E27FC236}">
                <a16:creationId xmlns:a16="http://schemas.microsoft.com/office/drawing/2014/main" id="{17FF892D-D3EE-5807-654F-220AF7A726F4}"/>
              </a:ext>
            </a:extLst>
          </p:cNvPr>
          <p:cNvCxnSpPr>
            <a:cxnSpLocks/>
          </p:cNvCxnSpPr>
          <p:nvPr/>
        </p:nvCxnSpPr>
        <p:spPr>
          <a:xfrm>
            <a:off x="2317621" y="1268119"/>
            <a:ext cx="1027359" cy="70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290F8607-5836-5B45-105E-0AEA9A8775DA}"/>
              </a:ext>
            </a:extLst>
          </p:cNvPr>
          <p:cNvGrpSpPr/>
          <p:nvPr/>
        </p:nvGrpSpPr>
        <p:grpSpPr>
          <a:xfrm>
            <a:off x="8077960" y="547530"/>
            <a:ext cx="755265" cy="641920"/>
            <a:chOff x="5003874" y="3075684"/>
            <a:chExt cx="1053624" cy="909412"/>
          </a:xfrm>
        </p:grpSpPr>
        <p:pic>
          <p:nvPicPr>
            <p:cNvPr id="57" name="图形 56">
              <a:extLst>
                <a:ext uri="{FF2B5EF4-FFF2-40B4-BE49-F238E27FC236}">
                  <a16:creationId xmlns:a16="http://schemas.microsoft.com/office/drawing/2014/main" id="{2697DDBA-6752-DB19-D6CC-A95F1ED8DD3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549357" y="3472835"/>
              <a:ext cx="508141" cy="508141"/>
            </a:xfrm>
            <a:prstGeom prst="rect">
              <a:avLst/>
            </a:prstGeom>
          </p:spPr>
        </p:pic>
        <p:pic>
          <p:nvPicPr>
            <p:cNvPr id="59" name="图形 58">
              <a:extLst>
                <a:ext uri="{FF2B5EF4-FFF2-40B4-BE49-F238E27FC236}">
                  <a16:creationId xmlns:a16="http://schemas.microsoft.com/office/drawing/2014/main" id="{FEB59023-5D75-07B7-C5E5-D8BF6903465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003874" y="3476955"/>
              <a:ext cx="508141" cy="508141"/>
            </a:xfrm>
            <a:prstGeom prst="rect">
              <a:avLst/>
            </a:prstGeom>
          </p:spPr>
        </p:pic>
        <p:pic>
          <p:nvPicPr>
            <p:cNvPr id="60" name="图形 59">
              <a:extLst>
                <a:ext uri="{FF2B5EF4-FFF2-40B4-BE49-F238E27FC236}">
                  <a16:creationId xmlns:a16="http://schemas.microsoft.com/office/drawing/2014/main" id="{DA40A76F-6706-C256-C895-D8238FE9857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295287" y="3075684"/>
              <a:ext cx="508141" cy="508141"/>
            </a:xfrm>
            <a:prstGeom prst="rect">
              <a:avLst/>
            </a:prstGeom>
          </p:spPr>
        </p:pic>
      </p:grpSp>
      <p:sp>
        <p:nvSpPr>
          <p:cNvPr id="64" name="文本框 63">
            <a:extLst>
              <a:ext uri="{FF2B5EF4-FFF2-40B4-BE49-F238E27FC236}">
                <a16:creationId xmlns:a16="http://schemas.microsoft.com/office/drawing/2014/main" id="{2188383E-7E90-DE82-A824-2D0597373018}"/>
              </a:ext>
            </a:extLst>
          </p:cNvPr>
          <p:cNvSpPr txBox="1"/>
          <p:nvPr/>
        </p:nvSpPr>
        <p:spPr>
          <a:xfrm>
            <a:off x="8052253" y="1253788"/>
            <a:ext cx="8645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Committee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3" name="矩形: 圆角 202">
            <a:extLst>
              <a:ext uri="{FF2B5EF4-FFF2-40B4-BE49-F238E27FC236}">
                <a16:creationId xmlns:a16="http://schemas.microsoft.com/office/drawing/2014/main" id="{5DB38843-FAB1-17FF-F624-CF0834DC4EBA}"/>
              </a:ext>
            </a:extLst>
          </p:cNvPr>
          <p:cNvSpPr/>
          <p:nvPr/>
        </p:nvSpPr>
        <p:spPr>
          <a:xfrm>
            <a:off x="5388433" y="4870704"/>
            <a:ext cx="1208696" cy="40210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Parse Parameters</a:t>
            </a:r>
          </a:p>
        </p:txBody>
      </p:sp>
      <p:cxnSp>
        <p:nvCxnSpPr>
          <p:cNvPr id="204" name="直接箭头连接符 93">
            <a:extLst>
              <a:ext uri="{FF2B5EF4-FFF2-40B4-BE49-F238E27FC236}">
                <a16:creationId xmlns:a16="http://schemas.microsoft.com/office/drawing/2014/main" id="{DB00E330-4BB0-7717-8E57-1E1049D3841A}"/>
              </a:ext>
            </a:extLst>
          </p:cNvPr>
          <p:cNvCxnSpPr>
            <a:cxnSpLocks/>
            <a:stCxn id="73" idx="3"/>
            <a:endCxn id="203" idx="1"/>
          </p:cNvCxnSpPr>
          <p:nvPr/>
        </p:nvCxnSpPr>
        <p:spPr>
          <a:xfrm>
            <a:off x="3747894" y="5064216"/>
            <a:ext cx="1640539" cy="75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8" name="矩形 207">
            <a:extLst>
              <a:ext uri="{FF2B5EF4-FFF2-40B4-BE49-F238E27FC236}">
                <a16:creationId xmlns:a16="http://schemas.microsoft.com/office/drawing/2014/main" id="{7F01404E-9047-775B-331B-C3C6F5CBD260}"/>
              </a:ext>
            </a:extLst>
          </p:cNvPr>
          <p:cNvSpPr/>
          <p:nvPr/>
        </p:nvSpPr>
        <p:spPr>
          <a:xfrm>
            <a:off x="4735552" y="5602285"/>
            <a:ext cx="652881" cy="33300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9" name="矩形 208">
            <a:extLst>
              <a:ext uri="{FF2B5EF4-FFF2-40B4-BE49-F238E27FC236}">
                <a16:creationId xmlns:a16="http://schemas.microsoft.com/office/drawing/2014/main" id="{E334299C-CAAA-7D66-BDCD-129031C8BDB8}"/>
              </a:ext>
            </a:extLst>
          </p:cNvPr>
          <p:cNvSpPr/>
          <p:nvPr/>
        </p:nvSpPr>
        <p:spPr>
          <a:xfrm>
            <a:off x="5629366" y="5612629"/>
            <a:ext cx="725171" cy="33300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Blake2b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0" name="矩形 209">
            <a:extLst>
              <a:ext uri="{FF2B5EF4-FFF2-40B4-BE49-F238E27FC236}">
                <a16:creationId xmlns:a16="http://schemas.microsoft.com/office/drawing/2014/main" id="{AA73C86A-EA65-D525-2B37-099DA3FE5AA2}"/>
              </a:ext>
            </a:extLst>
          </p:cNvPr>
          <p:cNvSpPr/>
          <p:nvPr/>
        </p:nvSpPr>
        <p:spPr>
          <a:xfrm>
            <a:off x="6520192" y="5612628"/>
            <a:ext cx="652881" cy="33300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KZG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2" name="矩形: 圆角 211">
            <a:extLst>
              <a:ext uri="{FF2B5EF4-FFF2-40B4-BE49-F238E27FC236}">
                <a16:creationId xmlns:a16="http://schemas.microsoft.com/office/drawing/2014/main" id="{6B04A481-C3A6-ABBE-D25B-2337792E1A56}"/>
              </a:ext>
            </a:extLst>
          </p:cNvPr>
          <p:cNvSpPr/>
          <p:nvPr/>
        </p:nvSpPr>
        <p:spPr>
          <a:xfrm>
            <a:off x="7737458" y="4930646"/>
            <a:ext cx="1208696" cy="33554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Verify &amp; Load</a:t>
            </a:r>
          </a:p>
        </p:txBody>
      </p:sp>
      <p:sp>
        <p:nvSpPr>
          <p:cNvPr id="213" name="矩形: 圆角 212">
            <a:extLst>
              <a:ext uri="{FF2B5EF4-FFF2-40B4-BE49-F238E27FC236}">
                <a16:creationId xmlns:a16="http://schemas.microsoft.com/office/drawing/2014/main" id="{1167C664-40F3-74D9-9C4D-C02FEB7F652B}"/>
              </a:ext>
            </a:extLst>
          </p:cNvPr>
          <p:cNvSpPr/>
          <p:nvPr/>
        </p:nvSpPr>
        <p:spPr>
          <a:xfrm>
            <a:off x="7737458" y="5620848"/>
            <a:ext cx="1208696" cy="33554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Activate</a:t>
            </a:r>
          </a:p>
        </p:txBody>
      </p:sp>
      <p:sp>
        <p:nvSpPr>
          <p:cNvPr id="214" name="矩形: 圆角 213">
            <a:extLst>
              <a:ext uri="{FF2B5EF4-FFF2-40B4-BE49-F238E27FC236}">
                <a16:creationId xmlns:a16="http://schemas.microsoft.com/office/drawing/2014/main" id="{1A6306BD-76A7-A68F-F713-E1FF5BFC261D}"/>
              </a:ext>
            </a:extLst>
          </p:cNvPr>
          <p:cNvSpPr/>
          <p:nvPr/>
        </p:nvSpPr>
        <p:spPr>
          <a:xfrm>
            <a:off x="7737458" y="4149566"/>
            <a:ext cx="1208696" cy="33554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Bind Event</a:t>
            </a:r>
          </a:p>
        </p:txBody>
      </p:sp>
      <p:cxnSp>
        <p:nvCxnSpPr>
          <p:cNvPr id="223" name="直接箭头连接符 93">
            <a:extLst>
              <a:ext uri="{FF2B5EF4-FFF2-40B4-BE49-F238E27FC236}">
                <a16:creationId xmlns:a16="http://schemas.microsoft.com/office/drawing/2014/main" id="{CFA35121-E73A-5050-EE28-9C0EFC2896BF}"/>
              </a:ext>
            </a:extLst>
          </p:cNvPr>
          <p:cNvCxnSpPr>
            <a:cxnSpLocks/>
            <a:stCxn id="333" idx="1"/>
            <a:endCxn id="93" idx="3"/>
          </p:cNvCxnSpPr>
          <p:nvPr/>
        </p:nvCxnSpPr>
        <p:spPr>
          <a:xfrm flipH="1">
            <a:off x="3732195" y="5788621"/>
            <a:ext cx="90652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9" name="直接箭头连接符 93">
            <a:extLst>
              <a:ext uri="{FF2B5EF4-FFF2-40B4-BE49-F238E27FC236}">
                <a16:creationId xmlns:a16="http://schemas.microsoft.com/office/drawing/2014/main" id="{243191DB-B231-101D-230C-DF7D34BD6FA5}"/>
              </a:ext>
            </a:extLst>
          </p:cNvPr>
          <p:cNvCxnSpPr>
            <a:cxnSpLocks/>
            <a:stCxn id="203" idx="2"/>
            <a:endCxn id="333" idx="0"/>
          </p:cNvCxnSpPr>
          <p:nvPr/>
        </p:nvCxnSpPr>
        <p:spPr>
          <a:xfrm flipH="1">
            <a:off x="5988723" y="5272811"/>
            <a:ext cx="4058" cy="2364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2" name="直接箭头连接符 93">
            <a:extLst>
              <a:ext uri="{FF2B5EF4-FFF2-40B4-BE49-F238E27FC236}">
                <a16:creationId xmlns:a16="http://schemas.microsoft.com/office/drawing/2014/main" id="{34583AF2-AB3F-4C49-4D71-ED45B93F8BBE}"/>
              </a:ext>
            </a:extLst>
          </p:cNvPr>
          <p:cNvCxnSpPr>
            <a:cxnSpLocks/>
            <a:stCxn id="212" idx="2"/>
            <a:endCxn id="213" idx="0"/>
          </p:cNvCxnSpPr>
          <p:nvPr/>
        </p:nvCxnSpPr>
        <p:spPr>
          <a:xfrm>
            <a:off x="8341806" y="5266192"/>
            <a:ext cx="0" cy="3546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7" name="直接箭头连接符 93">
            <a:extLst>
              <a:ext uri="{FF2B5EF4-FFF2-40B4-BE49-F238E27FC236}">
                <a16:creationId xmlns:a16="http://schemas.microsoft.com/office/drawing/2014/main" id="{A2ACA28E-B853-EF0B-84C5-A55449D77409}"/>
              </a:ext>
            </a:extLst>
          </p:cNvPr>
          <p:cNvCxnSpPr>
            <a:cxnSpLocks/>
            <a:stCxn id="214" idx="2"/>
            <a:endCxn id="212" idx="0"/>
          </p:cNvCxnSpPr>
          <p:nvPr/>
        </p:nvCxnSpPr>
        <p:spPr>
          <a:xfrm>
            <a:off x="8341806" y="4485112"/>
            <a:ext cx="0" cy="4455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2" name="矩形 281">
            <a:extLst>
              <a:ext uri="{FF2B5EF4-FFF2-40B4-BE49-F238E27FC236}">
                <a16:creationId xmlns:a16="http://schemas.microsoft.com/office/drawing/2014/main" id="{791F9A64-4B33-593A-CFC8-A7CB4E02E5E8}"/>
              </a:ext>
            </a:extLst>
          </p:cNvPr>
          <p:cNvSpPr/>
          <p:nvPr/>
        </p:nvSpPr>
        <p:spPr>
          <a:xfrm>
            <a:off x="4834180" y="2570120"/>
            <a:ext cx="935690" cy="41515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Invocation </a:t>
            </a:r>
          </a:p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3" name="文本框 282">
            <a:extLst>
              <a:ext uri="{FF2B5EF4-FFF2-40B4-BE49-F238E27FC236}">
                <a16:creationId xmlns:a16="http://schemas.microsoft.com/office/drawing/2014/main" id="{F71BBC72-96D7-8A0A-F00C-23CA576393E4}"/>
              </a:ext>
            </a:extLst>
          </p:cNvPr>
          <p:cNvSpPr txBox="1"/>
          <p:nvPr/>
        </p:nvSpPr>
        <p:spPr>
          <a:xfrm>
            <a:off x="5167292" y="3429000"/>
            <a:ext cx="15757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 Contract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4" name="矩形 283">
            <a:extLst>
              <a:ext uri="{FF2B5EF4-FFF2-40B4-BE49-F238E27FC236}">
                <a16:creationId xmlns:a16="http://schemas.microsoft.com/office/drawing/2014/main" id="{56963C5F-95DF-64C6-3876-64107B8AB29B}"/>
              </a:ext>
            </a:extLst>
          </p:cNvPr>
          <p:cNvSpPr/>
          <p:nvPr/>
        </p:nvSpPr>
        <p:spPr>
          <a:xfrm>
            <a:off x="5961184" y="2570120"/>
            <a:ext cx="971390" cy="41989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Upgrade </a:t>
            </a:r>
          </a:p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5" name="矩形 284">
            <a:extLst>
              <a:ext uri="{FF2B5EF4-FFF2-40B4-BE49-F238E27FC236}">
                <a16:creationId xmlns:a16="http://schemas.microsoft.com/office/drawing/2014/main" id="{88D2049C-900C-D2BF-2F39-08D5EF9B3DB6}"/>
              </a:ext>
            </a:extLst>
          </p:cNvPr>
          <p:cNvSpPr/>
          <p:nvPr/>
        </p:nvSpPr>
        <p:spPr>
          <a:xfrm>
            <a:off x="4834180" y="3081262"/>
            <a:ext cx="2099271" cy="3355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Metadata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87" name="直接箭头连接符 93">
            <a:extLst>
              <a:ext uri="{FF2B5EF4-FFF2-40B4-BE49-F238E27FC236}">
                <a16:creationId xmlns:a16="http://schemas.microsoft.com/office/drawing/2014/main" id="{A0279496-5774-09BE-2B3E-EAE56FA853AF}"/>
              </a:ext>
            </a:extLst>
          </p:cNvPr>
          <p:cNvCxnSpPr>
            <a:cxnSpLocks/>
          </p:cNvCxnSpPr>
          <p:nvPr/>
        </p:nvCxnSpPr>
        <p:spPr>
          <a:xfrm>
            <a:off x="7036916" y="2775459"/>
            <a:ext cx="652521" cy="74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1" name="直接箭头连接符 93">
            <a:extLst>
              <a:ext uri="{FF2B5EF4-FFF2-40B4-BE49-F238E27FC236}">
                <a16:creationId xmlns:a16="http://schemas.microsoft.com/office/drawing/2014/main" id="{10648115-626F-89C4-18E1-F3940D6C7A20}"/>
              </a:ext>
            </a:extLst>
          </p:cNvPr>
          <p:cNvCxnSpPr>
            <a:cxnSpLocks/>
            <a:endCxn id="214" idx="0"/>
          </p:cNvCxnSpPr>
          <p:nvPr/>
        </p:nvCxnSpPr>
        <p:spPr>
          <a:xfrm>
            <a:off x="8341806" y="3424266"/>
            <a:ext cx="0" cy="7253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0" name="文本框 299">
            <a:extLst>
              <a:ext uri="{FF2B5EF4-FFF2-40B4-BE49-F238E27FC236}">
                <a16:creationId xmlns:a16="http://schemas.microsoft.com/office/drawing/2014/main" id="{EA50F717-2D35-12BC-6F4E-8F91971D02DD}"/>
              </a:ext>
            </a:extLst>
          </p:cNvPr>
          <p:cNvSpPr txBox="1"/>
          <p:nvPr/>
        </p:nvSpPr>
        <p:spPr>
          <a:xfrm>
            <a:off x="5672158" y="1644889"/>
            <a:ext cx="13647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Upgrade Proposal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1" name="文本框 300">
            <a:extLst>
              <a:ext uri="{FF2B5EF4-FFF2-40B4-BE49-F238E27FC236}">
                <a16:creationId xmlns:a16="http://schemas.microsoft.com/office/drawing/2014/main" id="{3514E0EC-8476-75AA-DFB2-20E88FC2702B}"/>
              </a:ext>
            </a:extLst>
          </p:cNvPr>
          <p:cNvSpPr txBox="1"/>
          <p:nvPr/>
        </p:nvSpPr>
        <p:spPr>
          <a:xfrm>
            <a:off x="1542947" y="1299959"/>
            <a:ext cx="8780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Developer</a:t>
            </a:r>
          </a:p>
        </p:txBody>
      </p:sp>
      <p:pic>
        <p:nvPicPr>
          <p:cNvPr id="306" name="图形 305">
            <a:extLst>
              <a:ext uri="{FF2B5EF4-FFF2-40B4-BE49-F238E27FC236}">
                <a16:creationId xmlns:a16="http://schemas.microsoft.com/office/drawing/2014/main" id="{49CE00D2-7906-7CA0-E93B-E0A0ABE84B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05801" y="577227"/>
            <a:ext cx="479713" cy="479713"/>
          </a:xfrm>
          <a:prstGeom prst="rect">
            <a:avLst/>
          </a:prstGeom>
        </p:spPr>
      </p:pic>
      <p:pic>
        <p:nvPicPr>
          <p:cNvPr id="308" name="图形 307">
            <a:extLst>
              <a:ext uri="{FF2B5EF4-FFF2-40B4-BE49-F238E27FC236}">
                <a16:creationId xmlns:a16="http://schemas.microsoft.com/office/drawing/2014/main" id="{4A968285-7089-0547-E62A-2FFD52A20C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38678" y="577226"/>
            <a:ext cx="479713" cy="479713"/>
          </a:xfrm>
          <a:prstGeom prst="rect">
            <a:avLst/>
          </a:prstGeom>
        </p:spPr>
      </p:pic>
      <p:sp>
        <p:nvSpPr>
          <p:cNvPr id="309" name="文本框 308">
            <a:extLst>
              <a:ext uri="{FF2B5EF4-FFF2-40B4-BE49-F238E27FC236}">
                <a16:creationId xmlns:a16="http://schemas.microsoft.com/office/drawing/2014/main" id="{79451830-D632-4700-B1F1-78DA0F3527C9}"/>
              </a:ext>
            </a:extLst>
          </p:cNvPr>
          <p:cNvSpPr txBox="1"/>
          <p:nvPr/>
        </p:nvSpPr>
        <p:spPr>
          <a:xfrm>
            <a:off x="2228500" y="989080"/>
            <a:ext cx="11920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 code file</a:t>
            </a:r>
          </a:p>
        </p:txBody>
      </p:sp>
      <p:sp>
        <p:nvSpPr>
          <p:cNvPr id="310" name="矩形 309">
            <a:extLst>
              <a:ext uri="{FF2B5EF4-FFF2-40B4-BE49-F238E27FC236}">
                <a16:creationId xmlns:a16="http://schemas.microsoft.com/office/drawing/2014/main" id="{2761C138-1B8A-CD95-756E-040A75137A1F}"/>
              </a:ext>
            </a:extLst>
          </p:cNvPr>
          <p:cNvSpPr/>
          <p:nvPr/>
        </p:nvSpPr>
        <p:spPr>
          <a:xfrm>
            <a:off x="3407859" y="1087524"/>
            <a:ext cx="876330" cy="3355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Compile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12" name="图形 311">
            <a:extLst>
              <a:ext uri="{FF2B5EF4-FFF2-40B4-BE49-F238E27FC236}">
                <a16:creationId xmlns:a16="http://schemas.microsoft.com/office/drawing/2014/main" id="{89AFBAB2-BC0E-103B-D205-43D9654B3A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39212" y="581851"/>
            <a:ext cx="479713" cy="479713"/>
          </a:xfrm>
          <a:prstGeom prst="rect">
            <a:avLst/>
          </a:prstGeom>
        </p:spPr>
      </p:pic>
      <p:cxnSp>
        <p:nvCxnSpPr>
          <p:cNvPr id="314" name="直接箭头连接符 93">
            <a:extLst>
              <a:ext uri="{FF2B5EF4-FFF2-40B4-BE49-F238E27FC236}">
                <a16:creationId xmlns:a16="http://schemas.microsoft.com/office/drawing/2014/main" id="{84942943-D7DE-4E18-9F42-B61F933C92AD}"/>
              </a:ext>
            </a:extLst>
          </p:cNvPr>
          <p:cNvCxnSpPr>
            <a:cxnSpLocks/>
          </p:cNvCxnSpPr>
          <p:nvPr/>
        </p:nvCxnSpPr>
        <p:spPr>
          <a:xfrm flipV="1">
            <a:off x="4344813" y="1248340"/>
            <a:ext cx="1043620" cy="115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7" name="直接箭头连接符 93">
            <a:extLst>
              <a:ext uri="{FF2B5EF4-FFF2-40B4-BE49-F238E27FC236}">
                <a16:creationId xmlns:a16="http://schemas.microsoft.com/office/drawing/2014/main" id="{0AF711BF-A625-46C7-B223-3A55CD969B59}"/>
              </a:ext>
            </a:extLst>
          </p:cNvPr>
          <p:cNvCxnSpPr>
            <a:cxnSpLocks/>
          </p:cNvCxnSpPr>
          <p:nvPr/>
        </p:nvCxnSpPr>
        <p:spPr>
          <a:xfrm>
            <a:off x="7410338" y="1197931"/>
            <a:ext cx="49453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9" name="直接箭头连接符 93">
            <a:extLst>
              <a:ext uri="{FF2B5EF4-FFF2-40B4-BE49-F238E27FC236}">
                <a16:creationId xmlns:a16="http://schemas.microsoft.com/office/drawing/2014/main" id="{5A2C6352-E9E8-76B8-0342-7D3850C4F22E}"/>
              </a:ext>
            </a:extLst>
          </p:cNvPr>
          <p:cNvCxnSpPr>
            <a:cxnSpLocks/>
            <a:stCxn id="213" idx="1"/>
            <a:endCxn id="333" idx="3"/>
          </p:cNvCxnSpPr>
          <p:nvPr/>
        </p:nvCxnSpPr>
        <p:spPr>
          <a:xfrm flipH="1">
            <a:off x="7338728" y="5788621"/>
            <a:ext cx="39873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2" name="直接箭头连接符 93">
            <a:extLst>
              <a:ext uri="{FF2B5EF4-FFF2-40B4-BE49-F238E27FC236}">
                <a16:creationId xmlns:a16="http://schemas.microsoft.com/office/drawing/2014/main" id="{4725FABE-6E0C-458E-881B-4D439610D0C2}"/>
              </a:ext>
            </a:extLst>
          </p:cNvPr>
          <p:cNvCxnSpPr>
            <a:cxnSpLocks/>
          </p:cNvCxnSpPr>
          <p:nvPr/>
        </p:nvCxnSpPr>
        <p:spPr>
          <a:xfrm flipH="1">
            <a:off x="2331720" y="5086744"/>
            <a:ext cx="207478" cy="0"/>
          </a:xfrm>
          <a:prstGeom prst="straightConnector1">
            <a:avLst/>
          </a:prstGeom>
          <a:ln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8" name="文本框 347">
            <a:extLst>
              <a:ext uri="{FF2B5EF4-FFF2-40B4-BE49-F238E27FC236}">
                <a16:creationId xmlns:a16="http://schemas.microsoft.com/office/drawing/2014/main" id="{0C5EEB6D-9B72-E531-D972-8A986DCF7493}"/>
              </a:ext>
            </a:extLst>
          </p:cNvPr>
          <p:cNvSpPr txBox="1"/>
          <p:nvPr/>
        </p:nvSpPr>
        <p:spPr>
          <a:xfrm>
            <a:off x="1542946" y="3893825"/>
            <a:ext cx="5630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EVM</a:t>
            </a:r>
          </a:p>
        </p:txBody>
      </p:sp>
      <p:sp>
        <p:nvSpPr>
          <p:cNvPr id="350" name="文本框 349">
            <a:extLst>
              <a:ext uri="{FF2B5EF4-FFF2-40B4-BE49-F238E27FC236}">
                <a16:creationId xmlns:a16="http://schemas.microsoft.com/office/drawing/2014/main" id="{D19B2AD6-38A9-3247-438C-52E4360C5DFF}"/>
              </a:ext>
            </a:extLst>
          </p:cNvPr>
          <p:cNvSpPr txBox="1"/>
          <p:nvPr/>
        </p:nvSpPr>
        <p:spPr>
          <a:xfrm>
            <a:off x="4626224" y="3916304"/>
            <a:ext cx="10031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Coprocessor</a:t>
            </a:r>
          </a:p>
        </p:txBody>
      </p:sp>
      <p:sp>
        <p:nvSpPr>
          <p:cNvPr id="352" name="文本框 351">
            <a:extLst>
              <a:ext uri="{FF2B5EF4-FFF2-40B4-BE49-F238E27FC236}">
                <a16:creationId xmlns:a16="http://schemas.microsoft.com/office/drawing/2014/main" id="{0DDF37EC-E8A7-1680-7618-B52B21FCB29F}"/>
              </a:ext>
            </a:extLst>
          </p:cNvPr>
          <p:cNvSpPr txBox="1"/>
          <p:nvPr/>
        </p:nvSpPr>
        <p:spPr>
          <a:xfrm>
            <a:off x="1544307" y="2221687"/>
            <a:ext cx="9276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Blockchain</a:t>
            </a:r>
          </a:p>
        </p:txBody>
      </p:sp>
      <p:sp>
        <p:nvSpPr>
          <p:cNvPr id="388" name="文本框 387">
            <a:extLst>
              <a:ext uri="{FF2B5EF4-FFF2-40B4-BE49-F238E27FC236}">
                <a16:creationId xmlns:a16="http://schemas.microsoft.com/office/drawing/2014/main" id="{D39A79D7-78B3-7898-2535-17E992179029}"/>
              </a:ext>
            </a:extLst>
          </p:cNvPr>
          <p:cNvSpPr txBox="1"/>
          <p:nvPr/>
        </p:nvSpPr>
        <p:spPr>
          <a:xfrm>
            <a:off x="2575145" y="3111707"/>
            <a:ext cx="11722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Contract</a:t>
            </a:r>
          </a:p>
        </p:txBody>
      </p:sp>
      <p:cxnSp>
        <p:nvCxnSpPr>
          <p:cNvPr id="399" name="直接箭头连接符 93">
            <a:extLst>
              <a:ext uri="{FF2B5EF4-FFF2-40B4-BE49-F238E27FC236}">
                <a16:creationId xmlns:a16="http://schemas.microsoft.com/office/drawing/2014/main" id="{E87C10BF-CE94-6C88-4B84-0DB1B412ECBF}"/>
              </a:ext>
            </a:extLst>
          </p:cNvPr>
          <p:cNvCxnSpPr>
            <a:cxnSpLocks/>
            <a:endCxn id="68" idx="0"/>
          </p:cNvCxnSpPr>
          <p:nvPr/>
        </p:nvCxnSpPr>
        <p:spPr>
          <a:xfrm>
            <a:off x="3143546" y="3455645"/>
            <a:ext cx="0" cy="6216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6" name="文本框 405">
            <a:extLst>
              <a:ext uri="{FF2B5EF4-FFF2-40B4-BE49-F238E27FC236}">
                <a16:creationId xmlns:a16="http://schemas.microsoft.com/office/drawing/2014/main" id="{E51AC383-3572-6448-77C3-F19F2229B957}"/>
              </a:ext>
            </a:extLst>
          </p:cNvPr>
          <p:cNvSpPr txBox="1"/>
          <p:nvPr/>
        </p:nvSpPr>
        <p:spPr>
          <a:xfrm>
            <a:off x="1542946" y="292884"/>
            <a:ext cx="9290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Community</a:t>
            </a:r>
          </a:p>
        </p:txBody>
      </p:sp>
      <p:pic>
        <p:nvPicPr>
          <p:cNvPr id="408" name="图片 407">
            <a:extLst>
              <a:ext uri="{FF2B5EF4-FFF2-40B4-BE49-F238E27FC236}">
                <a16:creationId xmlns:a16="http://schemas.microsoft.com/office/drawing/2014/main" id="{17CF220F-5711-2926-AFFE-8EDF8F6EC07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9317" y="2334810"/>
            <a:ext cx="880390" cy="880390"/>
          </a:xfrm>
          <a:prstGeom prst="rect">
            <a:avLst/>
          </a:prstGeom>
        </p:spPr>
      </p:pic>
      <p:cxnSp>
        <p:nvCxnSpPr>
          <p:cNvPr id="411" name="直接箭头连接符 93">
            <a:extLst>
              <a:ext uri="{FF2B5EF4-FFF2-40B4-BE49-F238E27FC236}">
                <a16:creationId xmlns:a16="http://schemas.microsoft.com/office/drawing/2014/main" id="{D733D978-3705-B718-49E3-358C4310E0ED}"/>
              </a:ext>
            </a:extLst>
          </p:cNvPr>
          <p:cNvCxnSpPr>
            <a:cxnSpLocks/>
          </p:cNvCxnSpPr>
          <p:nvPr/>
        </p:nvCxnSpPr>
        <p:spPr>
          <a:xfrm flipH="1" flipV="1">
            <a:off x="3661890" y="2775459"/>
            <a:ext cx="906273" cy="74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5" name="图形 14">
            <a:extLst>
              <a:ext uri="{FF2B5EF4-FFF2-40B4-BE49-F238E27FC236}">
                <a16:creationId xmlns:a16="http://schemas.microsoft.com/office/drawing/2014/main" id="{0752A27A-E2C2-9A09-32AF-381295AA2E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49345" y="2337498"/>
            <a:ext cx="935681" cy="935681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DEE8174F-8910-6BA4-AE80-118F8981D007}"/>
              </a:ext>
            </a:extLst>
          </p:cNvPr>
          <p:cNvSpPr txBox="1"/>
          <p:nvPr/>
        </p:nvSpPr>
        <p:spPr>
          <a:xfrm>
            <a:off x="7754487" y="3151326"/>
            <a:ext cx="11722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>
                <a:latin typeface="Times New Roman" panose="02020603050405020304" pitchFamily="18" charset="0"/>
                <a:cs typeface="Times New Roman" panose="02020603050405020304" pitchFamily="18" charset="0"/>
              </a:rPr>
              <a:t>Event</a:t>
            </a:r>
            <a:endParaRPr lang="en-US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574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2800</TotalTime>
  <Words>121</Words>
  <Application>Microsoft Office PowerPoint</Application>
  <PresentationFormat>宽屏</PresentationFormat>
  <Paragraphs>66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等线</vt:lpstr>
      <vt:lpstr>等线 Light</vt:lpstr>
      <vt:lpstr>微软雅黑</vt:lpstr>
      <vt:lpstr>Arial</vt:lpstr>
      <vt:lpstr>Times New Roman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Qi Liu</dc:creator>
  <cp:lastModifiedBy>Qi Liu</cp:lastModifiedBy>
  <cp:revision>23</cp:revision>
  <dcterms:created xsi:type="dcterms:W3CDTF">2026-09-08T08:39:30Z</dcterms:created>
  <dcterms:modified xsi:type="dcterms:W3CDTF">2026-10-09T11:26:11Z</dcterms:modified>
</cp:coreProperties>
</file>